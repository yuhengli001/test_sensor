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2" r:id="rId1"/>
  </p:sldMasterIdLst>
  <p:notesMasterIdLst>
    <p:notesMasterId r:id="rId45"/>
  </p:notesMasterIdLst>
  <p:sldIdLst>
    <p:sldId id="256" r:id="rId2"/>
    <p:sldId id="257" r:id="rId3"/>
    <p:sldId id="258" r:id="rId4"/>
    <p:sldId id="298" r:id="rId5"/>
    <p:sldId id="299" r:id="rId6"/>
    <p:sldId id="275" r:id="rId7"/>
    <p:sldId id="259" r:id="rId8"/>
    <p:sldId id="262" r:id="rId9"/>
    <p:sldId id="263" r:id="rId10"/>
    <p:sldId id="284" r:id="rId11"/>
    <p:sldId id="277" r:id="rId12"/>
    <p:sldId id="300" r:id="rId13"/>
    <p:sldId id="278" r:id="rId14"/>
    <p:sldId id="301" r:id="rId15"/>
    <p:sldId id="281" r:id="rId16"/>
    <p:sldId id="279" r:id="rId17"/>
    <p:sldId id="276" r:id="rId18"/>
    <p:sldId id="264" r:id="rId19"/>
    <p:sldId id="265" r:id="rId20"/>
    <p:sldId id="291" r:id="rId21"/>
    <p:sldId id="292" r:id="rId22"/>
    <p:sldId id="293" r:id="rId23"/>
    <p:sldId id="297" r:id="rId24"/>
    <p:sldId id="294" r:id="rId25"/>
    <p:sldId id="296" r:id="rId26"/>
    <p:sldId id="295" r:id="rId27"/>
    <p:sldId id="266" r:id="rId28"/>
    <p:sldId id="280" r:id="rId29"/>
    <p:sldId id="283" r:id="rId30"/>
    <p:sldId id="285" r:id="rId31"/>
    <p:sldId id="288" r:id="rId32"/>
    <p:sldId id="289" r:id="rId33"/>
    <p:sldId id="287" r:id="rId34"/>
    <p:sldId id="290" r:id="rId35"/>
    <p:sldId id="272" r:id="rId36"/>
    <p:sldId id="303" r:id="rId37"/>
    <p:sldId id="273" r:id="rId38"/>
    <p:sldId id="302" r:id="rId39"/>
    <p:sldId id="308" r:id="rId40"/>
    <p:sldId id="305" r:id="rId41"/>
    <p:sldId id="306" r:id="rId42"/>
    <p:sldId id="307" r:id="rId43"/>
    <p:sldId id="274" r:id="rId4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2C2357-28C5-4097-9BD2-CAD0FDBDA059}">
  <a:tblStyle styleId="{002C2357-28C5-4097-9BD2-CAD0FDBDA0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28"/>
    <p:restoredTop sz="78132"/>
  </p:normalViewPr>
  <p:slideViewPr>
    <p:cSldViewPr snapToGrid="0">
      <p:cViewPr>
        <p:scale>
          <a:sx n="151" d="100"/>
          <a:sy n="151" d="100"/>
        </p:scale>
        <p:origin x="1152" y="312"/>
      </p:cViewPr>
      <p:guideLst>
        <p:guide orient="horz" pos="1620"/>
        <p:guide pos="2880"/>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85f9ceae4a_2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85f9ceae4a_2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Good afternoon everyone, and welcome to our Capstone presentation. Today, we are presenting our project on Millimeter Wave Sensing.</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85f9ceae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85f9ceae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 this presentation, we will take you through our entire journey: starting with the problem we are solving, followed by our full-stack engineering solution covering hardware, firmware, DSP algorithms, and mechanical design.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8c00f34c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8c00f34c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C0981472-AF8B-406A-20E6-239A04570AE2}"/>
            </a:ext>
          </a:extLst>
        </p:cNvPr>
        <p:cNvGrpSpPr/>
        <p:nvPr/>
      </p:nvGrpSpPr>
      <p:grpSpPr>
        <a:xfrm>
          <a:off x="0" y="0"/>
          <a:ext cx="0" cy="0"/>
          <a:chOff x="0" y="0"/>
          <a:chExt cx="0" cy="0"/>
        </a:xfrm>
      </p:grpSpPr>
      <p:sp>
        <p:nvSpPr>
          <p:cNvPr id="458" name="Google Shape;458;g38c00f34cf3_0_5:notes">
            <a:extLst>
              <a:ext uri="{FF2B5EF4-FFF2-40B4-BE49-F238E27FC236}">
                <a16:creationId xmlns:a16="http://schemas.microsoft.com/office/drawing/2014/main" id="{778296CE-39CB-21CD-CFE8-0D5CC5C1A8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8c00f34cf3_0_5:notes">
            <a:extLst>
              <a:ext uri="{FF2B5EF4-FFF2-40B4-BE49-F238E27FC236}">
                <a16:creationId xmlns:a16="http://schemas.microsoft.com/office/drawing/2014/main" id="{9DFCAE40-2BF2-72D0-8BB8-DD1C77B44F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Let's start with the problem. Look at the screen—this is our ultimate vision.</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Right now, </a:t>
            </a:r>
            <a:r>
              <a:rPr lang="en-US" sz="1100" b="1" i="0" u="none" strike="noStrike" cap="none" dirty="0">
                <a:solidFill>
                  <a:srgbClr val="000000"/>
                </a:solidFill>
                <a:effectLst/>
                <a:latin typeface="Arial"/>
                <a:ea typeface="Arial"/>
                <a:cs typeface="Arial"/>
                <a:sym typeface="Arial"/>
              </a:rPr>
              <a:t>traditional sensors</a:t>
            </a:r>
            <a:r>
              <a:rPr lang="en-US" sz="1100" b="0" i="0" u="none" strike="noStrike" cap="none" dirty="0">
                <a:solidFill>
                  <a:srgbClr val="000000"/>
                </a:solidFill>
                <a:effectLst/>
                <a:latin typeface="Arial"/>
                <a:ea typeface="Arial"/>
                <a:cs typeface="Arial"/>
                <a:sym typeface="Arial"/>
              </a:rPr>
              <a:t> must be taped to a patient's skin. But a newborn's skin is very fragile. Peeling off these sticky sensors every day causes real skin damage.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And it’s not just babies. Elderly patients hate wearing these devices. Also, using cameras in bedrooms raises huge privacy concerns.</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This showed us a massive gap in the market. We need a </a:t>
            </a:r>
            <a:r>
              <a:rPr lang="en-US" sz="1100" b="1" i="0" u="none" strike="noStrike" cap="none" dirty="0">
                <a:solidFill>
                  <a:srgbClr val="000000"/>
                </a:solidFill>
                <a:effectLst/>
                <a:latin typeface="Arial"/>
                <a:ea typeface="Arial"/>
                <a:cs typeface="Arial"/>
                <a:sym typeface="Arial"/>
              </a:rPr>
              <a:t>system</a:t>
            </a:r>
            <a:r>
              <a:rPr lang="en-US" sz="1100" b="0" i="0" u="none" strike="noStrike" cap="none" dirty="0">
                <a:solidFill>
                  <a:srgbClr val="000000"/>
                </a:solidFill>
                <a:effectLst/>
                <a:latin typeface="Arial"/>
                <a:ea typeface="Arial"/>
                <a:cs typeface="Arial"/>
                <a:sym typeface="Arial"/>
              </a:rPr>
              <a:t> that is accurate, and completely contactless. That is the vision behind our project.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50478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F887C004-A0AC-56CB-7F3F-6066D2A3E8A0}"/>
            </a:ext>
          </a:extLst>
        </p:cNvPr>
        <p:cNvGrpSpPr/>
        <p:nvPr/>
      </p:nvGrpSpPr>
      <p:grpSpPr>
        <a:xfrm>
          <a:off x="0" y="0"/>
          <a:ext cx="0" cy="0"/>
          <a:chOff x="0" y="0"/>
          <a:chExt cx="0" cy="0"/>
        </a:xfrm>
      </p:grpSpPr>
      <p:sp>
        <p:nvSpPr>
          <p:cNvPr id="458" name="Google Shape;458;g38c00f34cf3_0_5:notes">
            <a:extLst>
              <a:ext uri="{FF2B5EF4-FFF2-40B4-BE49-F238E27FC236}">
                <a16:creationId xmlns:a16="http://schemas.microsoft.com/office/drawing/2014/main" id="{DDBE98A9-D017-4366-701D-52298D1E0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8c00f34cf3_0_5:notes">
            <a:extLst>
              <a:ext uri="{FF2B5EF4-FFF2-40B4-BE49-F238E27FC236}">
                <a16:creationId xmlns:a16="http://schemas.microsoft.com/office/drawing/2014/main" id="{2590545C-1240-0E0C-B49E-9A50023A77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To build this, we chose the Acconeer A121 mmWave radar. As you can see, it is low-power and completely contactless.</a:t>
            </a:r>
          </a:p>
          <a:p>
            <a:r>
              <a:rPr lang="en-US" sz="1100" b="0" i="0" u="none" strike="noStrike" cap="none" dirty="0">
                <a:solidFill>
                  <a:srgbClr val="000000"/>
                </a:solidFill>
                <a:effectLst/>
                <a:latin typeface="Arial"/>
                <a:ea typeface="Arial"/>
                <a:cs typeface="Arial"/>
                <a:sym typeface="Arial"/>
              </a:rPr>
              <a:t>But what's truly amazing is its </a:t>
            </a:r>
            <a:r>
              <a:rPr lang="en-US" sz="1100" b="1" i="0" u="none" strike="noStrike" cap="none" dirty="0">
                <a:solidFill>
                  <a:srgbClr val="000000"/>
                </a:solidFill>
                <a:effectLst/>
                <a:latin typeface="Arial"/>
                <a:ea typeface="Arial"/>
                <a:cs typeface="Arial"/>
                <a:sym typeface="Arial"/>
              </a:rPr>
              <a:t>compact size</a:t>
            </a:r>
            <a:r>
              <a:rPr lang="en-US" sz="1100" b="0" i="0" u="none" strike="noStrike" cap="none" dirty="0">
                <a:solidFill>
                  <a:srgbClr val="000000"/>
                </a:solidFill>
                <a:effectLst/>
                <a:latin typeface="Arial"/>
                <a:ea typeface="Arial"/>
                <a:cs typeface="Arial"/>
                <a:sym typeface="Arial"/>
              </a:rPr>
              <a:t>. It is a highly integrated chip. It packs the entire RF front-end—including the transmitter, receiver, amplifiers, mixers, and ADCs—all into one tiny package.</a:t>
            </a:r>
          </a:p>
          <a:p>
            <a:r>
              <a:rPr lang="en-US" sz="1100" b="0" i="0" u="none" strike="noStrike" cap="none" dirty="0">
                <a:solidFill>
                  <a:srgbClr val="000000"/>
                </a:solidFill>
                <a:effectLst/>
                <a:latin typeface="Arial"/>
                <a:ea typeface="Arial"/>
                <a:cs typeface="Arial"/>
                <a:sym typeface="Arial"/>
              </a:rPr>
              <a:t>However, buying a great chip is easy. The real challenge is building the system around it. We designed a complete end-to-end solution from scratch.</a:t>
            </a:r>
          </a:p>
          <a:p>
            <a:r>
              <a:rPr lang="en-US" sz="1100" b="0" i="0" u="none" strike="noStrike" cap="none" dirty="0">
                <a:solidFill>
                  <a:srgbClr val="000000"/>
                </a:solidFill>
                <a:effectLst/>
                <a:latin typeface="Arial"/>
                <a:ea typeface="Arial"/>
                <a:cs typeface="Arial"/>
                <a:sym typeface="Arial"/>
              </a:rPr>
              <a:t>And one key point: vital sign monitoring is just our demo. Our real achievement is the </a:t>
            </a:r>
            <a:r>
              <a:rPr lang="en-US" sz="1100" b="1" i="0" u="none" strike="noStrike" cap="none" dirty="0">
                <a:solidFill>
                  <a:srgbClr val="000000"/>
                </a:solidFill>
                <a:effectLst/>
                <a:latin typeface="Arial"/>
                <a:ea typeface="Arial"/>
                <a:cs typeface="Arial"/>
                <a:sym typeface="Arial"/>
              </a:rPr>
              <a:t>underlying platform</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Because we built a full-stack ecosystem, this exact same hardware can measure distance, speed, or even classify surfaces. So today, we are presenting a highly scalable, </a:t>
            </a:r>
            <a:r>
              <a:rPr lang="en-US" sz="1100" b="1" i="0" u="none" strike="noStrike" cap="none" dirty="0">
                <a:solidFill>
                  <a:srgbClr val="000000"/>
                </a:solidFill>
                <a:effectLst/>
                <a:latin typeface="Arial"/>
                <a:ea typeface="Arial"/>
                <a:cs typeface="Arial"/>
                <a:sym typeface="Arial"/>
              </a:rPr>
              <a:t>universal sensing platform</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56282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D72F2FED-FAAD-50F9-81E8-291110844A0C}"/>
            </a:ext>
          </a:extLst>
        </p:cNvPr>
        <p:cNvGrpSpPr/>
        <p:nvPr/>
      </p:nvGrpSpPr>
      <p:grpSpPr>
        <a:xfrm>
          <a:off x="0" y="0"/>
          <a:ext cx="0" cy="0"/>
          <a:chOff x="0" y="0"/>
          <a:chExt cx="0" cy="0"/>
        </a:xfrm>
      </p:grpSpPr>
      <p:sp>
        <p:nvSpPr>
          <p:cNvPr id="453" name="Google Shape;453;g38c00f34cf3_0_0:notes">
            <a:extLst>
              <a:ext uri="{FF2B5EF4-FFF2-40B4-BE49-F238E27FC236}">
                <a16:creationId xmlns:a16="http://schemas.microsoft.com/office/drawing/2014/main" id="{B7C90B96-DB03-95B0-582A-759EB0EED5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8c00f34cf3_0_0:notes">
            <a:extLst>
              <a:ext uri="{FF2B5EF4-FFF2-40B4-BE49-F238E27FC236}">
                <a16:creationId xmlns:a16="http://schemas.microsoft.com/office/drawing/2014/main" id="{45E1FDC7-BE46-745E-6407-AD6D5CA4BF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5896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8c00f34cf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8c00f34cf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8c00f34cf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8c00f34cf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8c00f34cf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38c00f34cf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biggest risk in hardware design is we don’t know whether our design is working or not until we actually complete the whole design cycle and power on the system.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Another big risk is hardware is difficult to debug. Even a small mistake made in design and soldering may require a large amount of time to debug. </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Because the cost of hardware failure is so high, this naturally led us to adopt the following three design processes to mitigate these risks:</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First, an </a:t>
            </a:r>
            <a:r>
              <a:rPr lang="en-US" sz="1100" b="1" i="0" u="none" strike="noStrike" cap="none" dirty="0">
                <a:solidFill>
                  <a:srgbClr val="000000"/>
                </a:solidFill>
                <a:effectLst/>
                <a:latin typeface="Arial"/>
                <a:ea typeface="Arial"/>
                <a:cs typeface="Arial"/>
                <a:sym typeface="Arial"/>
              </a:rPr>
              <a:t>Iterative Design Process</a:t>
            </a:r>
            <a:r>
              <a:rPr lang="en-US" sz="1100" b="0" i="0" u="none" strike="noStrike" cap="none" dirty="0">
                <a:solidFill>
                  <a:srgbClr val="000000"/>
                </a:solidFill>
                <a:effectLst/>
                <a:latin typeface="Arial"/>
                <a:ea typeface="Arial"/>
                <a:cs typeface="Arial"/>
                <a:sym typeface="Arial"/>
              </a:rPr>
              <a:t>. To eliminate the 'uncertainty risk', we didn't build a custom hardware on day one. We validated our idea on development boards first. Once we proved the concept worked, only then did we move to our custom hardware.”</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Second, an </a:t>
            </a:r>
            <a:r>
              <a:rPr lang="en-US" sz="1100" b="1" i="0" u="none" strike="noStrike" cap="none" dirty="0">
                <a:solidFill>
                  <a:srgbClr val="000000"/>
                </a:solidFill>
                <a:effectLst/>
                <a:latin typeface="Arial"/>
                <a:ea typeface="Arial"/>
                <a:cs typeface="Arial"/>
                <a:sym typeface="Arial"/>
              </a:rPr>
              <a:t>Official Documentation Guided Design</a:t>
            </a:r>
            <a:r>
              <a:rPr lang="en-US" sz="1100" b="0" i="0" u="none" strike="noStrike" cap="none" dirty="0">
                <a:solidFill>
                  <a:srgbClr val="000000"/>
                </a:solidFill>
                <a:effectLst/>
                <a:latin typeface="Arial"/>
                <a:ea typeface="Arial"/>
                <a:cs typeface="Arial"/>
                <a:sym typeface="Arial"/>
              </a:rPr>
              <a:t>. To minimize 'debugging risks' like RF interference or power instability, we strictly followed the reference designs and layout guidelines provided by Acconeer and STMicroelectronics.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Overall, I think the ultimate goal in hardware design is </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With these risk-mitigation philosophies in mind, let's look at how we actually executed our </a:t>
            </a:r>
            <a:r>
              <a:rPr lang="en-US" sz="1100" b="1" i="0" u="none" strike="noStrike" cap="none" dirty="0">
                <a:solidFill>
                  <a:srgbClr val="000000"/>
                </a:solidFill>
                <a:effectLst/>
                <a:latin typeface="Arial"/>
                <a:ea typeface="Arial"/>
                <a:cs typeface="Arial"/>
                <a:sym typeface="Arial"/>
              </a:rPr>
              <a:t>Hardware Design Flow</a:t>
            </a:r>
            <a:r>
              <a:rPr lang="en-US" sz="1100" b="0" i="0" u="none" strike="noStrike" cap="none" dirty="0">
                <a:solidFill>
                  <a:srgbClr val="000000"/>
                </a:solidFill>
                <a:effectLst/>
                <a:latin typeface="Arial"/>
                <a:ea typeface="Arial"/>
                <a:cs typeface="Arial"/>
                <a:sym typeface="Arial"/>
              </a:rPr>
              <a:t> in reality</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339CFF11-0990-080F-B1E5-385274B76D97}"/>
            </a:ext>
          </a:extLst>
        </p:cNvPr>
        <p:cNvGrpSpPr/>
        <p:nvPr/>
      </p:nvGrpSpPr>
      <p:grpSpPr>
        <a:xfrm>
          <a:off x="0" y="0"/>
          <a:ext cx="0" cy="0"/>
          <a:chOff x="0" y="0"/>
          <a:chExt cx="0" cy="0"/>
        </a:xfrm>
      </p:grpSpPr>
      <p:sp>
        <p:nvSpPr>
          <p:cNvPr id="486" name="Google Shape;486;g38c00f34cf3_0_10:notes">
            <a:extLst>
              <a:ext uri="{FF2B5EF4-FFF2-40B4-BE49-F238E27FC236}">
                <a16:creationId xmlns:a16="http://schemas.microsoft.com/office/drawing/2014/main" id="{B882503F-1224-0C64-46D2-0979F1EA14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38c00f34cf3_0_10:notes">
            <a:extLst>
              <a:ext uri="{FF2B5EF4-FFF2-40B4-BE49-F238E27FC236}">
                <a16:creationId xmlns:a16="http://schemas.microsoft.com/office/drawing/2014/main" id="{441FD205-4093-524D-81A9-0457EA0F62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As mentioned in our iterative process, our first step was building a prototype using development boards. </a:t>
            </a:r>
            <a:r>
              <a:rPr lang="en-US" dirty="0"/>
              <a:t>The main purpose to do this is to demonstrate the capability of hardware and to be familiar with the development environment </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Then we moved to Phase 2: Component Selection. the biggest real-world risk we faced here was actually </a:t>
            </a:r>
            <a:r>
              <a:rPr lang="en-US" sz="1100" b="1" i="0" u="none" strike="noStrike" cap="none" dirty="0">
                <a:solidFill>
                  <a:srgbClr val="000000"/>
                </a:solidFill>
                <a:effectLst/>
                <a:latin typeface="Arial"/>
                <a:ea typeface="Arial"/>
                <a:cs typeface="Arial"/>
                <a:sym typeface="Arial"/>
              </a:rPr>
              <a:t>Component Availability</a:t>
            </a:r>
            <a:r>
              <a:rPr lang="en-US" sz="1100" b="0" i="0" u="none" strike="noStrike" cap="none" dirty="0">
                <a:solidFill>
                  <a:srgbClr val="000000"/>
                </a:solidFill>
                <a:effectLst/>
                <a:latin typeface="Arial"/>
                <a:ea typeface="Arial"/>
                <a:cs typeface="Arial"/>
                <a:sym typeface="Arial"/>
              </a:rPr>
              <a:t> (supply chain issues). For example, halfway through the design, the specific 1.8V voltage regulator we chose suddenly went out of stock.</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A121 mmWave radar has a very strict power requirement: when it wakes up from 'idle' to 'measure' state, it draws a sudden </a:t>
            </a:r>
            <a:r>
              <a:rPr lang="en-US" sz="1100" b="1" i="0" u="none" strike="noStrike" cap="none" dirty="0">
                <a:solidFill>
                  <a:srgbClr val="000000"/>
                </a:solidFill>
                <a:effectLst/>
                <a:latin typeface="Arial"/>
                <a:ea typeface="Arial"/>
                <a:cs typeface="Arial"/>
                <a:sym typeface="Arial"/>
              </a:rPr>
              <a:t>100mA current spike</a:t>
            </a:r>
            <a:r>
              <a:rPr lang="en-US" sz="1100" b="0" i="0" u="none" strike="noStrike" cap="none" dirty="0">
                <a:solidFill>
                  <a:srgbClr val="000000"/>
                </a:solidFill>
                <a:effectLst/>
                <a:latin typeface="Arial"/>
                <a:ea typeface="Arial"/>
                <a:cs typeface="Arial"/>
                <a:sym typeface="Arial"/>
              </a:rPr>
              <a:t>. If the LDO's </a:t>
            </a:r>
            <a:r>
              <a:rPr lang="en-US" sz="1100" b="1" i="0" u="none" strike="noStrike" cap="none" dirty="0">
                <a:solidFill>
                  <a:srgbClr val="000000"/>
                </a:solidFill>
                <a:effectLst/>
                <a:latin typeface="Arial"/>
                <a:ea typeface="Arial"/>
                <a:cs typeface="Arial"/>
                <a:sym typeface="Arial"/>
              </a:rPr>
              <a:t>transient response</a:t>
            </a:r>
            <a:r>
              <a:rPr lang="en-US" sz="1100" b="0" i="0" u="none" strike="noStrike" cap="none" dirty="0">
                <a:solidFill>
                  <a:srgbClr val="000000"/>
                </a:solidFill>
                <a:effectLst/>
                <a:latin typeface="Arial"/>
                <a:ea typeface="Arial"/>
                <a:cs typeface="Arial"/>
                <a:sym typeface="Arial"/>
              </a:rPr>
              <a:t> isn't fast enough to handle this, the output voltage will drop below the operating threshold, causing </a:t>
            </a:r>
            <a:r>
              <a:rPr lang="en-US" sz="1100" b="1" i="0" u="none" strike="noStrike" cap="none" dirty="0">
                <a:solidFill>
                  <a:srgbClr val="000000"/>
                </a:solidFill>
                <a:effectLst/>
                <a:latin typeface="Arial"/>
                <a:ea typeface="Arial"/>
                <a:cs typeface="Arial"/>
                <a:sym typeface="Arial"/>
              </a:rPr>
              <a:t>system instability or even hardware damage</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Because we strictly followed the design guidelines, we fully understood this transient requirement. This allowed us to quickly evaluate the datasheets of in-stock components and find a reliable replacement LDO with a fast enough transient response.</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Due to the time limit, I won't detail reasoning behind every component selection, but I'm happy to discuss them in the Q&amp;A. </a:t>
            </a:r>
            <a:endParaRPr lang="en-US" dirty="0"/>
          </a:p>
        </p:txBody>
      </p:sp>
    </p:spTree>
    <p:extLst>
      <p:ext uri="{BB962C8B-B14F-4D97-AF65-F5344CB8AC3E}">
        <p14:creationId xmlns:p14="http://schemas.microsoft.com/office/powerpoint/2010/main" val="2142902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7548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After finalizing component selection, I moved into the actual hardware implementation phase, which includes schematic capture, PCB layout, manufacturing, assembly, and finally, testing and debugging.</a:t>
            </a:r>
          </a:p>
          <a:p>
            <a:endParaRPr lang="en-US" sz="1100" b="0" i="0" u="none" strike="noStrike" cap="none" dirty="0">
              <a:solidFill>
                <a:srgbClr val="000000"/>
              </a:solidFill>
              <a:effectLst/>
              <a:latin typeface="Arial"/>
              <a:cs typeface="Arial"/>
              <a:sym typeface="Arial"/>
            </a:endParaRPr>
          </a:p>
          <a:p>
            <a:r>
              <a:rPr lang="en-US" sz="1100" b="0" i="0" u="none" strike="noStrike" cap="none" dirty="0">
                <a:solidFill>
                  <a:srgbClr val="000000"/>
                </a:solidFill>
                <a:effectLst/>
                <a:latin typeface="Arial"/>
                <a:ea typeface="Arial"/>
                <a:cs typeface="Arial"/>
                <a:sym typeface="Arial"/>
              </a:rPr>
              <a:t>To be honest, it's really hard to capture everything I did on one slide.  I mean, you really have to go through the whole process—</a:t>
            </a:r>
            <a:r>
              <a:rPr lang="en-US" sz="1100" b="1" i="0" u="none" strike="noStrike" cap="none" dirty="0">
                <a:solidFill>
                  <a:srgbClr val="000000"/>
                </a:solidFill>
                <a:effectLst/>
                <a:latin typeface="Arial"/>
                <a:ea typeface="Arial"/>
                <a:cs typeface="Arial"/>
                <a:sym typeface="Arial"/>
              </a:rPr>
              <a:t>not just learning from a textbook, but learning from actual experience.</a:t>
            </a:r>
            <a:endParaRPr lang="en-US" sz="1100" b="0" i="0" u="none" strike="noStrike" cap="none" dirty="0">
              <a:solidFill>
                <a:srgbClr val="000000"/>
              </a:solidFill>
              <a:effectLst/>
              <a:latin typeface="Arial"/>
              <a:ea typeface="Arial"/>
              <a:cs typeface="Arial"/>
              <a:sym typeface="Arial"/>
            </a:endParaRPr>
          </a:p>
          <a:p>
            <a:endParaRPr lang="en-US" sz="1100" b="0" i="0" u="none" strike="noStrike" cap="none" dirty="0">
              <a:solidFill>
                <a:srgbClr val="000000"/>
              </a:solidFill>
              <a:effectLst/>
              <a:latin typeface="Arial"/>
              <a:cs typeface="Arial"/>
              <a:sym typeface="Arial"/>
            </a:endParaRPr>
          </a:p>
          <a:p>
            <a:r>
              <a:rPr lang="en-US" sz="1100" b="0" i="0" u="none" strike="noStrike" cap="none" dirty="0">
                <a:solidFill>
                  <a:srgbClr val="000000"/>
                </a:solidFill>
                <a:effectLst/>
                <a:latin typeface="Arial"/>
                <a:ea typeface="Arial"/>
                <a:cs typeface="Arial"/>
                <a:sym typeface="Arial"/>
              </a:rPr>
              <a:t>And as a result, here is a picture of the final physical board. I'm very proud to say that </a:t>
            </a:r>
            <a:r>
              <a:rPr lang="en-US" sz="1100" b="1" i="0" u="none" strike="noStrike" cap="none" dirty="0">
                <a:solidFill>
                  <a:srgbClr val="000000"/>
                </a:solidFill>
                <a:effectLst/>
                <a:latin typeface="Arial"/>
                <a:ea typeface="Arial"/>
                <a:cs typeface="Arial"/>
                <a:sym typeface="Arial"/>
              </a:rPr>
              <a:t>our very first hardware iteration successfully booted up and the core system worked perfectly on the first try.</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There is only one minor mistake: we accidentally swapped the USB differential pair (D+ and D-) on the schematic. It didn't affect the radar or the BLE functionality at all, it just meant we couldn't get the USB debugger logs on our computer.</a:t>
            </a:r>
          </a:p>
          <a:p>
            <a:endParaRPr lang="en-US" dirty="0"/>
          </a:p>
        </p:txBody>
      </p:sp>
    </p:spTree>
    <p:extLst>
      <p:ext uri="{BB962C8B-B14F-4D97-AF65-F5344CB8AC3E}">
        <p14:creationId xmlns:p14="http://schemas.microsoft.com/office/powerpoint/2010/main" val="2298179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For our firmware architecture, we had to make a key decision: whether to use bare-metal programming or rely on ST's HAL, the Hardware Abstraction Layer.</a:t>
            </a:r>
          </a:p>
          <a:p>
            <a:r>
              <a:rPr lang="en-US" sz="1100" b="0" i="0" u="none" strike="noStrike" cap="none" dirty="0">
                <a:solidFill>
                  <a:srgbClr val="000000"/>
                </a:solidFill>
                <a:effectLst/>
                <a:latin typeface="Arial"/>
                <a:ea typeface="Arial"/>
                <a:cs typeface="Arial"/>
                <a:sym typeface="Arial"/>
              </a:rPr>
              <a:t>While bare-metal gives you ultimate control, it requires a deep understanding of the MCU's internal architecture and registers. For this project with a limited time, that's a huge time risk.</a:t>
            </a:r>
          </a:p>
          <a:p>
            <a:r>
              <a:rPr lang="en-US" sz="1100" b="0" i="0" u="none" strike="noStrike" cap="none" dirty="0">
                <a:solidFill>
                  <a:srgbClr val="000000"/>
                </a:solidFill>
                <a:effectLst/>
                <a:latin typeface="Arial"/>
                <a:ea typeface="Arial"/>
                <a:cs typeface="Arial"/>
                <a:sym typeface="Arial"/>
              </a:rPr>
              <a:t>So, we made the pragmatic decision to use the HAL library. Because it abstracts the low-level details, it provided us with clear, easy-to-use functions. This allowed us to focus our time on the actual application logic—like sensor processing and BLE communication—rather than getting stuck in register debugging.</a:t>
            </a:r>
          </a:p>
          <a:p>
            <a:r>
              <a:rPr lang="en-US" sz="1100" b="0" i="0" u="none" strike="noStrike" cap="none" dirty="0">
                <a:solidFill>
                  <a:srgbClr val="000000"/>
                </a:solidFill>
                <a:effectLst/>
                <a:latin typeface="Arial"/>
                <a:ea typeface="Arial"/>
                <a:cs typeface="Arial"/>
                <a:sym typeface="Arial"/>
              </a:rPr>
              <a:t>Furthermore, we used STM32 </a:t>
            </a:r>
            <a:r>
              <a:rPr lang="en-US" sz="1100" b="0" i="0" u="none" strike="noStrike" cap="none" dirty="0" err="1">
                <a:solidFill>
                  <a:srgbClr val="000000"/>
                </a:solidFill>
                <a:effectLst/>
                <a:latin typeface="Arial"/>
                <a:ea typeface="Arial"/>
                <a:cs typeface="Arial"/>
                <a:sym typeface="Arial"/>
              </a:rPr>
              <a:t>CubeMX</a:t>
            </a:r>
            <a:r>
              <a:rPr lang="en-US" sz="1100" b="0" i="0" u="none" strike="noStrike" cap="none" dirty="0">
                <a:solidFill>
                  <a:srgbClr val="000000"/>
                </a:solidFill>
                <a:effectLst/>
                <a:latin typeface="Arial"/>
                <a:ea typeface="Arial"/>
                <a:cs typeface="Arial"/>
                <a:sym typeface="Arial"/>
              </a:rPr>
              <a:t> for our initial system setup. It allowed us to graphically configure the MCU and automatically generate the initialization code. This standard, official workflow  speed up our development process and eliminated human errors in the early stages."</a:t>
            </a:r>
            <a:br>
              <a:rPr lang="en-US" dirty="0"/>
            </a:br>
            <a:endParaRPr lang="en-US" dirty="0"/>
          </a:p>
        </p:txBody>
      </p:sp>
    </p:spTree>
    <p:extLst>
      <p:ext uri="{BB962C8B-B14F-4D97-AF65-F5344CB8AC3E}">
        <p14:creationId xmlns:p14="http://schemas.microsoft.com/office/powerpoint/2010/main" val="1279598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Now let's talk about the BLE data transmission. BLE protocol is another big topic, but instead of going through all the details and writing the low-level stack from scratch, we utilized ST's BLE middleware. This allowed us to focus on what really matters: </a:t>
            </a:r>
            <a:r>
              <a:rPr lang="en-US" sz="1100" b="1" i="0" u="none" strike="noStrike" cap="none" dirty="0">
                <a:solidFill>
                  <a:srgbClr val="000000"/>
                </a:solidFill>
                <a:effectLst/>
                <a:latin typeface="Arial"/>
                <a:ea typeface="Arial"/>
                <a:cs typeface="Arial"/>
                <a:sym typeface="Arial"/>
              </a:rPr>
              <a:t>the Application Layer architecture.</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Because our radar generates very specific data, the standard official BLE profiles (like the basic Heart Device profile) were not enough for us. So, we designed a completely </a:t>
            </a:r>
            <a:r>
              <a:rPr lang="en-US" sz="1100" b="1" i="0" u="none" strike="noStrike" cap="none" dirty="0">
                <a:solidFill>
                  <a:srgbClr val="000000"/>
                </a:solidFill>
                <a:effectLst/>
                <a:latin typeface="Arial"/>
                <a:ea typeface="Arial"/>
                <a:cs typeface="Arial"/>
                <a:sym typeface="Arial"/>
              </a:rPr>
              <a:t>custom GATT server</a:t>
            </a:r>
            <a:r>
              <a:rPr lang="en-US" sz="1100" b="0" i="0" u="none" strike="noStrike" cap="none" dirty="0">
                <a:solidFill>
                  <a:srgbClr val="000000"/>
                </a:solidFill>
                <a:effectLst/>
                <a:latin typeface="Arial"/>
                <a:ea typeface="Arial"/>
                <a:cs typeface="Arial"/>
                <a:sym typeface="Arial"/>
              </a:rPr>
              <a:t>. GATT stands for Generic Attribute Profile. </a:t>
            </a:r>
            <a:r>
              <a:rPr lang="en-US" sz="1100" b="1" i="0" u="none" strike="noStrike" cap="none" dirty="0">
                <a:solidFill>
                  <a:srgbClr val="000000"/>
                </a:solidFill>
                <a:effectLst/>
                <a:latin typeface="Arial"/>
                <a:ea typeface="Arial"/>
                <a:cs typeface="Arial"/>
                <a:sym typeface="Arial"/>
              </a:rPr>
              <a:t>In the Bluetooth specification, it defines the exact protocol for how two BLE devices transfer data back and forth using a strict hierarchy.</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To make the data organized and easily readable by the phone app, we categorized our data into 4 custom </a:t>
            </a:r>
            <a:r>
              <a:rPr lang="en-US" sz="1100" b="1" i="0" u="none" strike="noStrike" cap="none" dirty="0">
                <a:solidFill>
                  <a:srgbClr val="000000"/>
                </a:solidFill>
                <a:effectLst/>
                <a:latin typeface="Arial"/>
                <a:ea typeface="Arial"/>
                <a:cs typeface="Arial"/>
                <a:sym typeface="Arial"/>
              </a:rPr>
              <a:t>Services</a:t>
            </a:r>
            <a:r>
              <a:rPr lang="en-US" sz="1100" b="0" i="0" u="none" strike="noStrike" cap="none" dirty="0">
                <a:solidFill>
                  <a:srgbClr val="000000"/>
                </a:solidFill>
                <a:effectLst/>
                <a:latin typeface="Arial"/>
                <a:ea typeface="Arial"/>
                <a:cs typeface="Arial"/>
                <a:sym typeface="Arial"/>
              </a:rPr>
              <a:t>. You can think of a Service like a category on a restaurant menu. Under each Service, we defined specific </a:t>
            </a:r>
            <a:r>
              <a:rPr lang="en-US" sz="1100" b="1" i="0" u="none" strike="noStrike" cap="none" dirty="0">
                <a:solidFill>
                  <a:srgbClr val="000000"/>
                </a:solidFill>
                <a:effectLst/>
                <a:latin typeface="Arial"/>
                <a:ea typeface="Arial"/>
                <a:cs typeface="Arial"/>
                <a:sym typeface="Arial"/>
              </a:rPr>
              <a:t>Characteristics</a:t>
            </a:r>
            <a:r>
              <a:rPr lang="en-US" sz="1100" b="0" i="0" u="none" strike="noStrike" cap="none" dirty="0">
                <a:solidFill>
                  <a:srgbClr val="000000"/>
                </a:solidFill>
                <a:effectLst/>
                <a:latin typeface="Arial"/>
                <a:ea typeface="Arial"/>
                <a:cs typeface="Arial"/>
                <a:sym typeface="Arial"/>
              </a:rPr>
              <a:t>, which act like the individual dishes on the menu.</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By designing these 4 custom Services, we created a very clean, structured 'API' between our hardware and the mobile app."</a:t>
            </a:r>
          </a:p>
        </p:txBody>
      </p:sp>
    </p:spTree>
    <p:extLst>
      <p:ext uri="{BB962C8B-B14F-4D97-AF65-F5344CB8AC3E}">
        <p14:creationId xmlns:p14="http://schemas.microsoft.com/office/powerpoint/2010/main" val="1897448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cap="none" dirty="0">
                <a:solidFill>
                  <a:srgbClr val="000000"/>
                </a:solidFill>
                <a:effectLst/>
                <a:latin typeface="Arial"/>
                <a:ea typeface="Arial"/>
                <a:cs typeface="Arial"/>
                <a:sym typeface="Arial"/>
              </a:rPr>
              <a:t>This flowchart shows our firmware boot sequence inside </a:t>
            </a:r>
            <a:r>
              <a:rPr lang="en-US" sz="1200" b="0" i="0" u="none" strike="noStrike" cap="none" dirty="0" err="1">
                <a:solidFill>
                  <a:srgbClr val="000000"/>
                </a:solidFill>
                <a:effectLst/>
                <a:latin typeface="Arial"/>
                <a:ea typeface="Arial"/>
                <a:cs typeface="Arial"/>
                <a:sym typeface="Arial"/>
              </a:rPr>
              <a:t>main.c</a:t>
            </a:r>
            <a:r>
              <a:rPr lang="en-US" sz="1200" b="0" i="0" u="none" strike="noStrike" cap="none" dirty="0">
                <a:solidFill>
                  <a:srgbClr val="000000"/>
                </a:solidFill>
                <a:effectLst/>
                <a:latin typeface="Arial"/>
                <a:ea typeface="Arial"/>
                <a:cs typeface="Arial"/>
                <a:sym typeface="Arial"/>
              </a:rPr>
              <a:t>. Instead of reading every function, I want to highlight the </a:t>
            </a:r>
            <a:r>
              <a:rPr lang="en-US" sz="1200" b="1" i="0" u="none" strike="noStrike" cap="none" dirty="0">
                <a:solidFill>
                  <a:srgbClr val="000000"/>
                </a:solidFill>
                <a:effectLst/>
                <a:latin typeface="Arial"/>
                <a:ea typeface="Arial"/>
                <a:cs typeface="Arial"/>
                <a:sym typeface="Arial"/>
              </a:rPr>
              <a:t>architectural logic</a:t>
            </a:r>
            <a:r>
              <a:rPr lang="en-US" sz="1200" b="0" i="0" u="none" strike="noStrike" cap="none" dirty="0">
                <a:solidFill>
                  <a:srgbClr val="000000"/>
                </a:solidFill>
                <a:effectLst/>
                <a:latin typeface="Arial"/>
                <a:ea typeface="Arial"/>
                <a:cs typeface="Arial"/>
                <a:sym typeface="Arial"/>
              </a:rPr>
              <a:t> behind this sequence.</a:t>
            </a:r>
          </a:p>
          <a:p>
            <a:r>
              <a:rPr lang="en-US" sz="1200" b="0" i="0" u="none" strike="noStrike" cap="none" dirty="0">
                <a:solidFill>
                  <a:srgbClr val="000000"/>
                </a:solidFill>
                <a:effectLst/>
                <a:latin typeface="Arial"/>
                <a:ea typeface="Arial"/>
                <a:cs typeface="Arial"/>
                <a:sym typeface="Arial"/>
              </a:rPr>
              <a:t>The boot process strictly follows a </a:t>
            </a:r>
            <a:r>
              <a:rPr lang="en-US" sz="1200" b="1" i="0" u="none" strike="noStrike" cap="none" dirty="0">
                <a:solidFill>
                  <a:srgbClr val="000000"/>
                </a:solidFill>
                <a:effectLst/>
                <a:latin typeface="Arial"/>
                <a:ea typeface="Arial"/>
                <a:cs typeface="Arial"/>
                <a:sym typeface="Arial"/>
              </a:rPr>
              <a:t>'Hardware First, Middleware Second'</a:t>
            </a:r>
            <a:r>
              <a:rPr lang="en-US" sz="1200" b="0" i="0" u="none" strike="noStrike" cap="none" dirty="0">
                <a:solidFill>
                  <a:srgbClr val="000000"/>
                </a:solidFill>
                <a:effectLst/>
                <a:latin typeface="Arial"/>
                <a:ea typeface="Arial"/>
                <a:cs typeface="Arial"/>
                <a:sym typeface="Arial"/>
              </a:rPr>
              <a:t> dependency order. Before we touch any complex BLE protocols or radar process, we must secure the foundation. So, the system clocks, GPIOs, DMA, and the SPI bus for the radar are initialized first.</a:t>
            </a:r>
          </a:p>
          <a:p>
            <a:r>
              <a:rPr lang="en-US" sz="1200" b="0" i="0" u="none" strike="noStrike" cap="none" dirty="0">
                <a:solidFill>
                  <a:srgbClr val="000000"/>
                </a:solidFill>
                <a:effectLst/>
                <a:latin typeface="Arial"/>
                <a:ea typeface="Arial"/>
                <a:cs typeface="Arial"/>
                <a:sym typeface="Arial"/>
              </a:rPr>
              <a:t>Once the hardware layer is stable, we enter the WPAN Middleware initialization. Three processes are set up: </a:t>
            </a:r>
            <a:r>
              <a:rPr lang="en-US" sz="1200" b="1" i="0" u="none" strike="noStrike" cap="none" dirty="0">
                <a:solidFill>
                  <a:srgbClr val="000000"/>
                </a:solidFill>
                <a:effectLst/>
                <a:latin typeface="Arial"/>
                <a:ea typeface="Arial"/>
                <a:cs typeface="Arial"/>
                <a:sym typeface="Arial"/>
              </a:rPr>
              <a:t>the BLE GATT server</a:t>
            </a:r>
            <a:r>
              <a:rPr lang="en-US" sz="1200" b="0" i="0" u="none" strike="noStrike" cap="none" dirty="0">
                <a:solidFill>
                  <a:srgbClr val="000000"/>
                </a:solidFill>
                <a:effectLst/>
                <a:latin typeface="Arial"/>
                <a:ea typeface="Arial"/>
                <a:cs typeface="Arial"/>
                <a:sym typeface="Arial"/>
              </a:rPr>
              <a:t>, </a:t>
            </a:r>
            <a:r>
              <a:rPr lang="en-US" sz="1200" b="1" i="0" u="none" strike="noStrike" cap="none" dirty="0">
                <a:solidFill>
                  <a:srgbClr val="000000"/>
                </a:solidFill>
                <a:effectLst/>
                <a:latin typeface="Arial"/>
                <a:ea typeface="Arial"/>
                <a:cs typeface="Arial"/>
                <a:sym typeface="Arial"/>
              </a:rPr>
              <a:t>the internal task scheduler</a:t>
            </a:r>
            <a:r>
              <a:rPr lang="en-US" sz="1200" b="0" i="0" u="none" strike="noStrike" cap="none" dirty="0">
                <a:solidFill>
                  <a:srgbClr val="000000"/>
                </a:solidFill>
                <a:effectLst/>
                <a:latin typeface="Arial"/>
                <a:ea typeface="Arial"/>
                <a:cs typeface="Arial"/>
                <a:sym typeface="Arial"/>
              </a:rPr>
              <a:t>, and </a:t>
            </a:r>
            <a:r>
              <a:rPr lang="en-US" sz="1200" b="1" i="0" u="none" strike="noStrike" cap="none" dirty="0">
                <a:solidFill>
                  <a:srgbClr val="000000"/>
                </a:solidFill>
                <a:effectLst/>
                <a:latin typeface="Arial"/>
                <a:ea typeface="Arial"/>
                <a:cs typeface="Arial"/>
                <a:sym typeface="Arial"/>
              </a:rPr>
              <a:t>the Radar Adapter registration</a:t>
            </a:r>
            <a:r>
              <a:rPr lang="en-US" sz="1200" b="0" i="0" u="none" strike="noStrike" cap="none" dirty="0">
                <a:solidFill>
                  <a:srgbClr val="000000"/>
                </a:solidFill>
                <a:effectLst/>
                <a:latin typeface="Arial"/>
                <a:ea typeface="Arial"/>
                <a:cs typeface="Arial"/>
                <a:sym typeface="Arial"/>
              </a:rPr>
              <a:t>.</a:t>
            </a:r>
          </a:p>
          <a:p>
            <a:r>
              <a:rPr lang="en-US" sz="1200" b="0" i="0" u="none" strike="noStrike" cap="none" dirty="0">
                <a:solidFill>
                  <a:srgbClr val="000000"/>
                </a:solidFill>
                <a:effectLst/>
                <a:latin typeface="Arial"/>
                <a:ea typeface="Arial"/>
                <a:cs typeface="Arial"/>
                <a:sym typeface="Arial"/>
              </a:rPr>
              <a:t>Finally, everything converges into the </a:t>
            </a:r>
            <a:r>
              <a:rPr lang="en-US" sz="1200" b="0" i="0" u="none" strike="noStrike" cap="none" dirty="0" err="1">
                <a:solidFill>
                  <a:srgbClr val="000000"/>
                </a:solidFill>
                <a:effectLst/>
                <a:latin typeface="Arial"/>
                <a:ea typeface="Arial"/>
                <a:cs typeface="Arial"/>
                <a:sym typeface="Arial"/>
              </a:rPr>
              <a:t>MX_APPE_Process</a:t>
            </a:r>
            <a:r>
              <a:rPr lang="en-US" sz="1200" b="0" i="0" u="none" strike="noStrike" cap="none" dirty="0">
                <a:solidFill>
                  <a:srgbClr val="000000"/>
                </a:solidFill>
                <a:effectLst/>
                <a:latin typeface="Arial"/>
                <a:ea typeface="Arial"/>
                <a:cs typeface="Arial"/>
                <a:sym typeface="Arial"/>
              </a:rPr>
              <a:t> loop. This is not just a simple while-loop; it's an </a:t>
            </a:r>
            <a:r>
              <a:rPr lang="en-US" sz="1200" b="1" i="0" u="none" strike="noStrike" cap="none" dirty="0">
                <a:solidFill>
                  <a:srgbClr val="000000"/>
                </a:solidFill>
                <a:effectLst/>
                <a:latin typeface="Arial"/>
                <a:ea typeface="Arial"/>
                <a:cs typeface="Arial"/>
                <a:sym typeface="Arial"/>
              </a:rPr>
              <a:t>event-driven architecture</a:t>
            </a:r>
            <a:r>
              <a:rPr lang="en-US" sz="1200" b="0" i="0" u="none" strike="noStrike" cap="none" dirty="0">
                <a:solidFill>
                  <a:srgbClr val="000000"/>
                </a:solidFill>
                <a:effectLst/>
                <a:latin typeface="Arial"/>
                <a:ea typeface="Arial"/>
                <a:cs typeface="Arial"/>
                <a:sym typeface="Arial"/>
              </a:rPr>
              <a:t>. It starts the BLE advertising and puts the system into a low-power wait state until the mobile app connects and triggers the radar measurement.</a:t>
            </a:r>
          </a:p>
          <a:p>
            <a:endParaRPr lang="en-US" dirty="0"/>
          </a:p>
        </p:txBody>
      </p:sp>
    </p:spTree>
    <p:extLst>
      <p:ext uri="{BB962C8B-B14F-4D97-AF65-F5344CB8AC3E}">
        <p14:creationId xmlns:p14="http://schemas.microsoft.com/office/powerpoint/2010/main" val="1228189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have hardware, firmware and algorithm ready, but they are still separate pieces, to wire them up, we need to do system integration </a:t>
            </a:r>
          </a:p>
          <a:p>
            <a:endParaRPr lang="en-US" dirty="0"/>
          </a:p>
          <a:p>
            <a:r>
              <a:rPr lang="en-US" dirty="0"/>
              <a:t>Inside it, </a:t>
            </a:r>
            <a:r>
              <a:rPr lang="en-US" sz="1100" b="0" i="0" u="none" strike="noStrike" cap="none" dirty="0">
                <a:solidFill>
                  <a:srgbClr val="000000"/>
                </a:solidFill>
                <a:effectLst/>
                <a:latin typeface="Arial"/>
                <a:ea typeface="Arial"/>
                <a:cs typeface="Arial"/>
                <a:sym typeface="Arial"/>
              </a:rPr>
              <a:t>We wrapped the low-level functions of the Acconeer SDK into a few clean, high-level APIs.</a:t>
            </a:r>
            <a:endParaRPr lang="en-US" dirty="0"/>
          </a:p>
          <a:p>
            <a:endParaRPr lang="en-US" dirty="0"/>
          </a:p>
          <a:p>
            <a:r>
              <a:rPr lang="en-US" sz="1100" b="0" i="0" u="none" strike="noStrike" cap="none" dirty="0">
                <a:solidFill>
                  <a:srgbClr val="000000"/>
                </a:solidFill>
                <a:effectLst/>
                <a:latin typeface="Arial"/>
                <a:ea typeface="Arial"/>
                <a:cs typeface="Arial"/>
                <a:sym typeface="Arial"/>
              </a:rPr>
              <a:t>Let me give you a real-world example of how this ties everything together. When a user is on vital sign page and presses the 'Start Measure' button, the phone sends a BLE command. Our GATT server receives this command, but the BLE stack doesn't need to know anything about how the radar works. It simply calls this function: </a:t>
            </a:r>
            <a:r>
              <a:rPr lang="en-US" sz="1100" b="1" i="0" u="none" strike="noStrike" cap="none" dirty="0" err="1">
                <a:solidFill>
                  <a:srgbClr val="000000"/>
                </a:solidFill>
                <a:effectLst/>
                <a:latin typeface="Arial"/>
                <a:ea typeface="Arial"/>
                <a:cs typeface="Arial"/>
                <a:sym typeface="Arial"/>
              </a:rPr>
              <a:t>Radar_Adapter_Start</a:t>
            </a:r>
            <a:r>
              <a:rPr lang="en-US" sz="1100" b="1" i="0" u="none" strike="noStrike" cap="none"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based on the input argument, it will call </a:t>
            </a:r>
            <a:r>
              <a:rPr lang="en-US" sz="1100" b="0" i="0" u="none" strike="noStrike" cap="none" dirty="0" err="1">
                <a:solidFill>
                  <a:srgbClr val="000000"/>
                </a:solidFill>
                <a:effectLst/>
                <a:latin typeface="Arial"/>
                <a:ea typeface="Arial"/>
                <a:cs typeface="Arial"/>
                <a:sym typeface="Arial"/>
              </a:rPr>
              <a:t>init_presence</a:t>
            </a:r>
            <a:r>
              <a:rPr lang="en-US" sz="1100" b="0" i="0" u="none" strike="noStrike" cap="none" dirty="0">
                <a:solidFill>
                  <a:srgbClr val="000000"/>
                </a:solidFill>
                <a:effectLst/>
                <a:latin typeface="Arial"/>
                <a:ea typeface="Arial"/>
                <a:cs typeface="Arial"/>
                <a:sym typeface="Arial"/>
              </a:rPr>
              <a:t>  to initialize the radar, after this, </a:t>
            </a:r>
            <a:r>
              <a:rPr lang="en-US" sz="1100" b="0" i="0" u="none" strike="noStrike" cap="none" dirty="0" err="1">
                <a:solidFill>
                  <a:srgbClr val="000000"/>
                </a:solidFill>
                <a:effectLst/>
                <a:latin typeface="Arial"/>
                <a:ea typeface="Arial"/>
                <a:cs typeface="Arial"/>
                <a:sym typeface="Arial"/>
              </a:rPr>
              <a:t>radar_adaptor</a:t>
            </a:r>
            <a:r>
              <a:rPr lang="en-US" sz="1100" b="0" i="0" u="none" strike="noStrike" cap="none" dirty="0">
                <a:solidFill>
                  <a:srgbClr val="000000"/>
                </a:solidFill>
                <a:effectLst/>
                <a:latin typeface="Arial"/>
                <a:ea typeface="Arial"/>
                <a:cs typeface="Arial"/>
                <a:sym typeface="Arial"/>
              </a:rPr>
              <a:t> process will take over and start taking measurement and doing all signal processing tasks.</a:t>
            </a:r>
          </a:p>
          <a:p>
            <a:endParaRPr lang="en-US" sz="1100" b="0" i="0" u="none" strike="noStrike" cap="none" dirty="0">
              <a:solidFill>
                <a:srgbClr val="000000"/>
              </a:solidFill>
              <a:effectLst/>
              <a:latin typeface="Arial"/>
              <a:cs typeface="Arial"/>
              <a:sym typeface="Arial"/>
            </a:endParaRPr>
          </a:p>
          <a:p>
            <a:r>
              <a:rPr lang="en-US" sz="1100" b="0" i="0" u="none" strike="noStrike" cap="none" dirty="0">
                <a:solidFill>
                  <a:srgbClr val="000000"/>
                </a:solidFill>
                <a:effectLst/>
                <a:latin typeface="Arial"/>
                <a:ea typeface="Arial"/>
                <a:cs typeface="Arial"/>
                <a:sym typeface="Arial"/>
              </a:rPr>
              <a:t>Now my teammate will explain the actual signal processing algorithm inside that </a:t>
            </a:r>
            <a:r>
              <a:rPr lang="en-US" sz="1100" b="0" i="0" u="none" strike="noStrike" cap="none" dirty="0" err="1">
                <a:solidFill>
                  <a:srgbClr val="000000"/>
                </a:solidFill>
                <a:effectLst/>
                <a:latin typeface="Arial"/>
                <a:ea typeface="Arial"/>
                <a:cs typeface="Arial"/>
                <a:sym typeface="Arial"/>
              </a:rPr>
              <a:t>Radar_Adaptor_Process</a:t>
            </a:r>
            <a:r>
              <a:rPr lang="en-US" sz="1100" b="0" i="0" u="none" strike="noStrike" cap="none" dirty="0">
                <a:solidFill>
                  <a:srgbClr val="000000"/>
                </a:solidFill>
                <a:effectLst/>
                <a:latin typeface="Arial"/>
                <a:ea typeface="Arial"/>
                <a:cs typeface="Arial"/>
                <a:sym typeface="Arial"/>
              </a:rPr>
              <a:t> function</a:t>
            </a:r>
          </a:p>
        </p:txBody>
      </p:sp>
    </p:spTree>
    <p:extLst>
      <p:ext uri="{BB962C8B-B14F-4D97-AF65-F5344CB8AC3E}">
        <p14:creationId xmlns:p14="http://schemas.microsoft.com/office/powerpoint/2010/main" val="12871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a:extLst>
            <a:ext uri="{FF2B5EF4-FFF2-40B4-BE49-F238E27FC236}">
              <a16:creationId xmlns:a16="http://schemas.microsoft.com/office/drawing/2014/main" id="{4F9658BF-BA8A-BFBB-F436-B4A235E43005}"/>
            </a:ext>
          </a:extLst>
        </p:cNvPr>
        <p:cNvGrpSpPr/>
        <p:nvPr/>
      </p:nvGrpSpPr>
      <p:grpSpPr>
        <a:xfrm>
          <a:off x="0" y="0"/>
          <a:ext cx="0" cy="0"/>
          <a:chOff x="0" y="0"/>
          <a:chExt cx="0" cy="0"/>
        </a:xfrm>
      </p:grpSpPr>
      <p:sp>
        <p:nvSpPr>
          <p:cNvPr id="481" name="Google Shape;481;g38c00f34cf3_0_30:notes">
            <a:extLst>
              <a:ext uri="{FF2B5EF4-FFF2-40B4-BE49-F238E27FC236}">
                <a16:creationId xmlns:a16="http://schemas.microsoft.com/office/drawing/2014/main" id="{75D91B8D-B2D4-7075-1302-5405CA7D0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8c00f34cf3_0_30:notes">
            <a:extLst>
              <a:ext uri="{FF2B5EF4-FFF2-40B4-BE49-F238E27FC236}">
                <a16:creationId xmlns:a16="http://schemas.microsoft.com/office/drawing/2014/main" id="{10C5B2AA-D64D-A4A0-142C-928FE2B57A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004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8c00f34cf3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8c00f34cf3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8c00f34cf3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8c00f34cf3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8c00f34cf3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8c00f34cf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8c00f34cf3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8c00f34cf3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27648E74-FE0B-DF0C-0FBC-DDD1986359E0}"/>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8FB9D97C-9EC9-F60F-44B7-E6298DE667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898B0147-CFEE-A33E-1FF5-50C16C88E3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2465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8c00f34cf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95247C8A-11BC-C760-6103-11B0DF9A132D}"/>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7BF609E9-C2EE-952D-15AB-C46C0A28B2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2CC331BC-F957-3E7C-4200-9FF965CBB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8026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168C7236-142B-F454-13E4-32C45D7E3F3A}"/>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D63841F0-5215-BD21-101D-B15557531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AB595D00-596F-7DAE-C3AA-C9075FFA59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402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10EA943C-18A8-996E-102F-E878181A70D6}"/>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C2E08BC2-93F0-0559-4916-2FF9DF8C3D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BE1D2246-5AD4-B506-5CD6-CC8F5475F2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349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07FF343F-8BF4-A165-1018-BB5325F4F574}"/>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FBE7D28D-ECDC-0C38-9DFF-B85419F8F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6664F315-E746-889A-CB41-FD01D26276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0665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a:extLst>
            <a:ext uri="{FF2B5EF4-FFF2-40B4-BE49-F238E27FC236}">
              <a16:creationId xmlns:a16="http://schemas.microsoft.com/office/drawing/2014/main" id="{9EC0C232-42A1-641F-2CFB-B07A158A6F5F}"/>
            </a:ext>
          </a:extLst>
        </p:cNvPr>
        <p:cNvGrpSpPr/>
        <p:nvPr/>
      </p:nvGrpSpPr>
      <p:grpSpPr>
        <a:xfrm>
          <a:off x="0" y="0"/>
          <a:ext cx="0" cy="0"/>
          <a:chOff x="0" y="0"/>
          <a:chExt cx="0" cy="0"/>
        </a:xfrm>
      </p:grpSpPr>
      <p:sp>
        <p:nvSpPr>
          <p:cNvPr id="549" name="Google Shape;549;g38c00f34cf3_0_20:notes">
            <a:extLst>
              <a:ext uri="{FF2B5EF4-FFF2-40B4-BE49-F238E27FC236}">
                <a16:creationId xmlns:a16="http://schemas.microsoft.com/office/drawing/2014/main" id="{6AFEBAD3-C091-26E9-9150-0D9EBB3BE8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8c00f34cf3_0_20:notes">
            <a:extLst>
              <a:ext uri="{FF2B5EF4-FFF2-40B4-BE49-F238E27FC236}">
                <a16:creationId xmlns:a16="http://schemas.microsoft.com/office/drawing/2014/main" id="{5C83F5EB-248A-F1E6-F7C0-F936B195EB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64597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94c7e63423_1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94c7e63423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120000"/>
              </a:lnSpc>
              <a:spcBef>
                <a:spcPts val="0"/>
              </a:spcBef>
              <a:spcAft>
                <a:spcPts val="0"/>
              </a:spcAft>
              <a:buSzPts val="1100"/>
              <a:buNone/>
              <a:defRPr>
                <a:solidFill>
                  <a:schemeClr val="lt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259201" y="1402691"/>
            <a:ext cx="8625600" cy="3204900"/>
          </a:xfrm>
          <a:prstGeom prst="rect">
            <a:avLst/>
          </a:prstGeom>
          <a:noFill/>
          <a:ln>
            <a:noFill/>
          </a:ln>
        </p:spPr>
        <p:txBody>
          <a:bodyPr spcFirstLastPara="1" wrap="square" lIns="0" tIns="0" rIns="0" bIns="0" anchor="t" anchorCtr="0">
            <a:noAutofit/>
          </a:bodyPr>
          <a:lstStyle>
            <a:lvl1pPr marL="457200" lvl="0" indent="-228600" algn="l">
              <a:lnSpc>
                <a:spcPct val="109090"/>
              </a:lnSpc>
              <a:spcBef>
                <a:spcPts val="0"/>
              </a:spcBef>
              <a:spcAft>
                <a:spcPts val="0"/>
              </a:spcAft>
              <a:buClr>
                <a:schemeClr val="lt2"/>
              </a:buClr>
              <a:buSzPts val="1700"/>
              <a:buNone/>
              <a:defRPr>
                <a:solidFill>
                  <a:schemeClr val="lt2"/>
                </a:solidFill>
              </a:defRPr>
            </a:lvl1pPr>
            <a:lvl2pPr marL="914400" lvl="1" indent="-228600" algn="l">
              <a:lnSpc>
                <a:spcPct val="109090"/>
              </a:lnSpc>
              <a:spcBef>
                <a:spcPts val="500"/>
              </a:spcBef>
              <a:spcAft>
                <a:spcPts val="0"/>
              </a:spcAft>
              <a:buSzPts val="1700"/>
              <a:buFont typeface="Arial"/>
              <a:buNone/>
              <a:defRPr>
                <a:solidFill>
                  <a:schemeClr val="lt2"/>
                </a:solidFill>
              </a:defRPr>
            </a:lvl2pPr>
            <a:lvl3pPr marL="1371600" lvl="2" indent="-342900" algn="l">
              <a:lnSpc>
                <a:spcPct val="108333"/>
              </a:lnSpc>
              <a:spcBef>
                <a:spcPts val="500"/>
              </a:spcBef>
              <a:spcAft>
                <a:spcPts val="0"/>
              </a:spcAft>
              <a:buSzPts val="1800"/>
              <a:buChar char="•"/>
              <a:defRPr>
                <a:solidFill>
                  <a:schemeClr val="lt2"/>
                </a:solidFill>
              </a:defRPr>
            </a:lvl3pPr>
            <a:lvl4pPr marL="1828800" lvl="3" indent="-336550" algn="l">
              <a:lnSpc>
                <a:spcPct val="109090"/>
              </a:lnSpc>
              <a:spcBef>
                <a:spcPts val="500"/>
              </a:spcBef>
              <a:spcAft>
                <a:spcPts val="0"/>
              </a:spcAft>
              <a:buSzPts val="1700"/>
              <a:buChar char="‒"/>
              <a:defRPr>
                <a:solidFill>
                  <a:schemeClr val="lt2"/>
                </a:solidFill>
              </a:defRPr>
            </a:lvl4pPr>
            <a:lvl5pPr marL="2286000" lvl="4" indent="-336550" algn="l">
              <a:lnSpc>
                <a:spcPct val="109090"/>
              </a:lnSpc>
              <a:spcBef>
                <a:spcPts val="500"/>
              </a:spcBef>
              <a:spcAft>
                <a:spcPts val="0"/>
              </a:spcAft>
              <a:buSzPts val="1700"/>
              <a:buChar char="‒"/>
              <a:defRPr>
                <a:solidFill>
                  <a:schemeClr val="lt2"/>
                </a:solidFill>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59" name="Google Shape;59;p14"/>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sz="800" b="1" i="0" u="none" strike="noStrike" cap="none">
                <a:solidFill>
                  <a:schemeClr val="lt2"/>
                </a:solidFill>
                <a:latin typeface="Arial"/>
                <a:ea typeface="Arial"/>
                <a:cs typeface="Arial"/>
                <a:sym typeface="Arial"/>
              </a:defRPr>
            </a:lvl1pPr>
            <a:lvl2pPr marL="0" lvl="1" indent="0" algn="r">
              <a:lnSpc>
                <a:spcPct val="120000"/>
              </a:lnSpc>
              <a:spcBef>
                <a:spcPts val="0"/>
              </a:spcBef>
              <a:buNone/>
              <a:defRPr sz="800" b="1" i="0" u="none" strike="noStrike" cap="none">
                <a:solidFill>
                  <a:schemeClr val="lt2"/>
                </a:solidFill>
                <a:latin typeface="Arial"/>
                <a:ea typeface="Arial"/>
                <a:cs typeface="Arial"/>
                <a:sym typeface="Arial"/>
              </a:defRPr>
            </a:lvl2pPr>
            <a:lvl3pPr marL="0" lvl="2" indent="0" algn="r">
              <a:lnSpc>
                <a:spcPct val="120000"/>
              </a:lnSpc>
              <a:spcBef>
                <a:spcPts val="0"/>
              </a:spcBef>
              <a:buNone/>
              <a:defRPr sz="800" b="1" i="0" u="none" strike="noStrike" cap="none">
                <a:solidFill>
                  <a:schemeClr val="lt2"/>
                </a:solidFill>
                <a:latin typeface="Arial"/>
                <a:ea typeface="Arial"/>
                <a:cs typeface="Arial"/>
                <a:sym typeface="Arial"/>
              </a:defRPr>
            </a:lvl3pPr>
            <a:lvl4pPr marL="0" lvl="3" indent="0" algn="r">
              <a:lnSpc>
                <a:spcPct val="120000"/>
              </a:lnSpc>
              <a:spcBef>
                <a:spcPts val="0"/>
              </a:spcBef>
              <a:buNone/>
              <a:defRPr sz="800" b="1" i="0" u="none" strike="noStrike" cap="none">
                <a:solidFill>
                  <a:schemeClr val="lt2"/>
                </a:solidFill>
                <a:latin typeface="Arial"/>
                <a:ea typeface="Arial"/>
                <a:cs typeface="Arial"/>
                <a:sym typeface="Arial"/>
              </a:defRPr>
            </a:lvl4pPr>
            <a:lvl5pPr marL="0" lvl="4" indent="0" algn="r">
              <a:lnSpc>
                <a:spcPct val="120000"/>
              </a:lnSpc>
              <a:spcBef>
                <a:spcPts val="0"/>
              </a:spcBef>
              <a:buNone/>
              <a:defRPr sz="800" b="1" i="0" u="none" strike="noStrike" cap="none">
                <a:solidFill>
                  <a:schemeClr val="lt2"/>
                </a:solidFill>
                <a:latin typeface="Arial"/>
                <a:ea typeface="Arial"/>
                <a:cs typeface="Arial"/>
                <a:sym typeface="Arial"/>
              </a:defRPr>
            </a:lvl5pPr>
            <a:lvl6pPr marL="0" lvl="5" indent="0" algn="r">
              <a:lnSpc>
                <a:spcPct val="120000"/>
              </a:lnSpc>
              <a:spcBef>
                <a:spcPts val="0"/>
              </a:spcBef>
              <a:buNone/>
              <a:defRPr sz="800" b="1" i="0" u="none" strike="noStrike" cap="none">
                <a:solidFill>
                  <a:schemeClr val="lt2"/>
                </a:solidFill>
                <a:latin typeface="Arial"/>
                <a:ea typeface="Arial"/>
                <a:cs typeface="Arial"/>
                <a:sym typeface="Arial"/>
              </a:defRPr>
            </a:lvl6pPr>
            <a:lvl7pPr marL="0" lvl="6" indent="0" algn="r">
              <a:lnSpc>
                <a:spcPct val="120000"/>
              </a:lnSpc>
              <a:spcBef>
                <a:spcPts val="0"/>
              </a:spcBef>
              <a:buNone/>
              <a:defRPr sz="800" b="1" i="0" u="none" strike="noStrike" cap="none">
                <a:solidFill>
                  <a:schemeClr val="lt2"/>
                </a:solidFill>
                <a:latin typeface="Arial"/>
                <a:ea typeface="Arial"/>
                <a:cs typeface="Arial"/>
                <a:sym typeface="Arial"/>
              </a:defRPr>
            </a:lvl7pPr>
            <a:lvl8pPr marL="0" lvl="7" indent="0" algn="r">
              <a:lnSpc>
                <a:spcPct val="120000"/>
              </a:lnSpc>
              <a:spcBef>
                <a:spcPts val="0"/>
              </a:spcBef>
              <a:buNone/>
              <a:defRPr sz="800" b="1" i="0" u="none" strike="noStrike" cap="none">
                <a:solidFill>
                  <a:schemeClr val="lt2"/>
                </a:solidFill>
                <a:latin typeface="Arial"/>
                <a:ea typeface="Arial"/>
                <a:cs typeface="Arial"/>
                <a:sym typeface="Arial"/>
              </a:defRPr>
            </a:lvl8pPr>
            <a:lvl9pPr marL="0" lvl="8" indent="0" algn="r">
              <a:lnSpc>
                <a:spcPct val="120000"/>
              </a:lnSpc>
              <a:spcBef>
                <a:spcPts val="0"/>
              </a:spcBef>
              <a:buNone/>
              <a:defRPr sz="800" b="1"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r>
              <a:rPr lang="zh-CN"/>
              <a:t>Page [</a:t>
            </a:r>
            <a:fld id="{00000000-1234-1234-1234-123412341234}" type="slidenum">
              <a:rPr lang="en-US" altLang="zh-CN"/>
              <a:t>‹#›</a:t>
            </a:fld>
            <a:r>
              <a:rPr lang="zh-CN"/>
              <a:t>]</a:t>
            </a:r>
            <a:endParaRPr/>
          </a:p>
        </p:txBody>
      </p:sp>
      <p:sp>
        <p:nvSpPr>
          <p:cNvPr id="60" name="Google Shape;60;p14"/>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111111"/>
              </a:lnSpc>
              <a:spcBef>
                <a:spcPts val="0"/>
              </a:spcBef>
              <a:spcAft>
                <a:spcPts val="0"/>
              </a:spcAft>
              <a:buClr>
                <a:schemeClr val="lt2"/>
              </a:buClr>
              <a:buSzPts val="2700"/>
              <a:buFont typeface="Arial"/>
              <a:buNone/>
              <a:defRPr>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61"/>
        <p:cNvGrpSpPr/>
        <p:nvPr/>
      </p:nvGrpSpPr>
      <p:grpSpPr>
        <a:xfrm>
          <a:off x="0" y="0"/>
          <a:ext cx="0" cy="0"/>
          <a:chOff x="0" y="0"/>
          <a:chExt cx="0" cy="0"/>
        </a:xfrm>
      </p:grpSpPr>
      <p:sp>
        <p:nvSpPr>
          <p:cNvPr id="62" name="Google Shape;62;p15"/>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Google Shape;63;p15"/>
          <p:cNvSpPr txBox="1">
            <a:spLocks noGrp="1"/>
          </p:cNvSpPr>
          <p:nvPr>
            <p:ph type="body" idx="1"/>
          </p:nvPr>
        </p:nvSpPr>
        <p:spPr>
          <a:xfrm>
            <a:off x="259200"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64" name="Google Shape;64;p15"/>
          <p:cNvSpPr txBox="1">
            <a:spLocks noGrp="1"/>
          </p:cNvSpPr>
          <p:nvPr>
            <p:ph type="body" idx="2"/>
          </p:nvPr>
        </p:nvSpPr>
        <p:spPr>
          <a:xfrm>
            <a:off x="3221999"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65" name="Google Shape;65;p15"/>
          <p:cNvSpPr txBox="1">
            <a:spLocks noGrp="1"/>
          </p:cNvSpPr>
          <p:nvPr>
            <p:ph type="body" idx="3"/>
          </p:nvPr>
        </p:nvSpPr>
        <p:spPr>
          <a:xfrm>
            <a:off x="6184799"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66" name="Google Shape;66;p15"/>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67" name="Google Shape;67;p15"/>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ntent_Small Font">
  <p:cSld name="Title and Two Content_Small Font">
    <p:spTree>
      <p:nvGrpSpPr>
        <p:cNvPr id="1" name="Shape 68"/>
        <p:cNvGrpSpPr/>
        <p:nvPr/>
      </p:nvGrpSpPr>
      <p:grpSpPr>
        <a:xfrm>
          <a:off x="0" y="0"/>
          <a:ext cx="0" cy="0"/>
          <a:chOff x="0" y="0"/>
          <a:chExt cx="0" cy="0"/>
        </a:xfrm>
      </p:grpSpPr>
      <p:sp>
        <p:nvSpPr>
          <p:cNvPr id="69" name="Google Shape;69;p16"/>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259201" y="1402691"/>
            <a:ext cx="42201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
        <p:nvSpPr>
          <p:cNvPr id="71" name="Google Shape;71;p16"/>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72" name="Google Shape;72;p16"/>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3" name="Google Shape;73;p16"/>
          <p:cNvSpPr txBox="1">
            <a:spLocks noGrp="1"/>
          </p:cNvSpPr>
          <p:nvPr>
            <p:ph type="body" idx="2"/>
          </p:nvPr>
        </p:nvSpPr>
        <p:spPr>
          <a:xfrm>
            <a:off x="4664699" y="1402691"/>
            <a:ext cx="42201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hank you_1">
  <p:cSld name="Thank you_1">
    <p:bg>
      <p:bgPr>
        <a:solidFill>
          <a:schemeClr val="lt2"/>
        </a:solidFill>
        <a:effectLst/>
      </p:bgPr>
    </p:bg>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1182850" y="850309"/>
            <a:ext cx="6750900" cy="651900"/>
          </a:xfrm>
          <a:prstGeom prst="rect">
            <a:avLst/>
          </a:prstGeom>
          <a:noFill/>
          <a:ln>
            <a:noFill/>
          </a:ln>
        </p:spPr>
        <p:txBody>
          <a:bodyPr spcFirstLastPara="1" wrap="square" lIns="0" tIns="0" rIns="0" bIns="0" anchor="t" anchorCtr="0">
            <a:noAutofit/>
          </a:bodyPr>
          <a:lstStyle>
            <a:lvl1pPr lvl="0" algn="ctr">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259200" y="4517342"/>
            <a:ext cx="4118100" cy="4725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lt1"/>
              </a:buClr>
              <a:buSzPts val="1100"/>
              <a:buFont typeface="Arial"/>
              <a:buNone/>
              <a:defRPr sz="1100" b="0">
                <a:solidFill>
                  <a:schemeClr val="lt1"/>
                </a:solidFill>
              </a:defRPr>
            </a:lvl1pPr>
            <a:lvl2pPr marL="914400" lvl="1" indent="-228600" algn="l">
              <a:lnSpc>
                <a:spcPct val="100000"/>
              </a:lnSpc>
              <a:spcBef>
                <a:spcPts val="0"/>
              </a:spcBef>
              <a:spcAft>
                <a:spcPts val="0"/>
              </a:spcAft>
              <a:buSzPts val="1100"/>
              <a:buFont typeface="Arial"/>
              <a:buNone/>
              <a:defRPr sz="1100" b="0">
                <a:solidFill>
                  <a:schemeClr val="lt1"/>
                </a:solidFill>
              </a:defRPr>
            </a:lvl2pPr>
            <a:lvl3pPr marL="1371600" lvl="2" indent="-228600" algn="l">
              <a:lnSpc>
                <a:spcPct val="100000"/>
              </a:lnSpc>
              <a:spcBef>
                <a:spcPts val="0"/>
              </a:spcBef>
              <a:spcAft>
                <a:spcPts val="0"/>
              </a:spcAft>
              <a:buSzPts val="1100"/>
              <a:buFont typeface="Arial"/>
              <a:buNone/>
              <a:defRPr sz="1100" b="0">
                <a:solidFill>
                  <a:schemeClr val="lt1"/>
                </a:solidFill>
              </a:defRPr>
            </a:lvl3pPr>
            <a:lvl4pPr marL="1828800" lvl="3" indent="-228600" algn="l">
              <a:lnSpc>
                <a:spcPct val="100000"/>
              </a:lnSpc>
              <a:spcBef>
                <a:spcPts val="0"/>
              </a:spcBef>
              <a:spcAft>
                <a:spcPts val="0"/>
              </a:spcAft>
              <a:buSzPts val="1100"/>
              <a:buFont typeface="Arial"/>
              <a:buNone/>
              <a:defRPr sz="1100" b="0">
                <a:solidFill>
                  <a:schemeClr val="lt1"/>
                </a:solidFill>
              </a:defRPr>
            </a:lvl4pPr>
            <a:lvl5pPr marL="2286000" lvl="4" indent="-228600" algn="l">
              <a:lnSpc>
                <a:spcPct val="100000"/>
              </a:lnSpc>
              <a:spcBef>
                <a:spcPts val="0"/>
              </a:spcBef>
              <a:spcAft>
                <a:spcPts val="0"/>
              </a:spcAft>
              <a:buSzPts val="1100"/>
              <a:buFont typeface="Arial"/>
              <a:buNone/>
              <a:defRPr sz="1100" b="0">
                <a:solidFill>
                  <a:schemeClr val="lt1"/>
                </a:solidFill>
              </a:defRPr>
            </a:lvl5pPr>
            <a:lvl6pPr marL="2743200" lvl="5" indent="-228600" algn="l">
              <a:lnSpc>
                <a:spcPct val="100000"/>
              </a:lnSpc>
              <a:spcBef>
                <a:spcPts val="0"/>
              </a:spcBef>
              <a:spcAft>
                <a:spcPts val="0"/>
              </a:spcAft>
              <a:buSzPts val="1100"/>
              <a:buFont typeface="Arial"/>
              <a:buNone/>
              <a:defRPr sz="1100" b="0">
                <a:solidFill>
                  <a:schemeClr val="lt1"/>
                </a:solidFill>
              </a:defRPr>
            </a:lvl6pPr>
            <a:lvl7pPr marL="3200400" lvl="6" indent="-228600" algn="l">
              <a:lnSpc>
                <a:spcPct val="100000"/>
              </a:lnSpc>
              <a:spcBef>
                <a:spcPts val="0"/>
              </a:spcBef>
              <a:spcAft>
                <a:spcPts val="0"/>
              </a:spcAft>
              <a:buSzPts val="1100"/>
              <a:buFont typeface="Arial"/>
              <a:buNone/>
              <a:defRPr sz="1100" b="0">
                <a:solidFill>
                  <a:schemeClr val="lt1"/>
                </a:solidFill>
              </a:defRPr>
            </a:lvl7pPr>
            <a:lvl8pPr marL="3657600" lvl="7" indent="-228600" algn="l">
              <a:lnSpc>
                <a:spcPct val="100000"/>
              </a:lnSpc>
              <a:spcBef>
                <a:spcPts val="0"/>
              </a:spcBef>
              <a:spcAft>
                <a:spcPts val="0"/>
              </a:spcAft>
              <a:buSzPts val="1100"/>
              <a:buFont typeface="Arial"/>
              <a:buNone/>
              <a:defRPr sz="1100" b="0">
                <a:solidFill>
                  <a:schemeClr val="lt1"/>
                </a:solidFill>
              </a:defRPr>
            </a:lvl8pPr>
            <a:lvl9pPr marL="4114800" lvl="8" indent="-228600" algn="l">
              <a:lnSpc>
                <a:spcPct val="100000"/>
              </a:lnSpc>
              <a:spcBef>
                <a:spcPts val="0"/>
              </a:spcBef>
              <a:spcAft>
                <a:spcPts val="0"/>
              </a:spcAft>
              <a:buSzPts val="1100"/>
              <a:buFont typeface="Arial"/>
              <a:buNone/>
              <a:defRPr sz="1100" b="0">
                <a:solidFill>
                  <a:schemeClr val="lt1"/>
                </a:solidFill>
              </a:defRPr>
            </a:lvl9pPr>
          </a:lstStyle>
          <a:p>
            <a:endParaRPr/>
          </a:p>
        </p:txBody>
      </p:sp>
      <p:sp>
        <p:nvSpPr>
          <p:cNvPr id="77" name="Google Shape;77;p17"/>
          <p:cNvSpPr txBox="1">
            <a:spLocks noGrp="1"/>
          </p:cNvSpPr>
          <p:nvPr>
            <p:ph type="body" idx="2"/>
          </p:nvPr>
        </p:nvSpPr>
        <p:spPr>
          <a:xfrm>
            <a:off x="4673261" y="4827894"/>
            <a:ext cx="4211400" cy="1620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r">
              <a:lnSpc>
                <a:spcPct val="100000"/>
              </a:lnSpc>
              <a:spcBef>
                <a:spcPts val="0"/>
              </a:spcBef>
              <a:spcAft>
                <a:spcPts val="0"/>
              </a:spcAft>
              <a:buSzPts val="1000"/>
              <a:buFont typeface="Arial"/>
              <a:buNone/>
              <a:defRPr sz="1000">
                <a:solidFill>
                  <a:schemeClr val="lt1"/>
                </a:solidFill>
              </a:defRPr>
            </a:lvl2pPr>
            <a:lvl3pPr marL="1371600" lvl="2" indent="-228600" algn="r">
              <a:lnSpc>
                <a:spcPct val="100000"/>
              </a:lnSpc>
              <a:spcBef>
                <a:spcPts val="0"/>
              </a:spcBef>
              <a:spcAft>
                <a:spcPts val="0"/>
              </a:spcAft>
              <a:buSzPts val="1000"/>
              <a:buFont typeface="Arial"/>
              <a:buNone/>
              <a:defRPr sz="1000">
                <a:solidFill>
                  <a:schemeClr val="lt1"/>
                </a:solidFill>
              </a:defRPr>
            </a:lvl3pPr>
            <a:lvl4pPr marL="1828800" lvl="3" indent="-228600" algn="r">
              <a:lnSpc>
                <a:spcPct val="100000"/>
              </a:lnSpc>
              <a:spcBef>
                <a:spcPts val="0"/>
              </a:spcBef>
              <a:spcAft>
                <a:spcPts val="0"/>
              </a:spcAft>
              <a:buSzPts val="1000"/>
              <a:buFont typeface="Arial"/>
              <a:buNone/>
              <a:defRPr sz="1000">
                <a:solidFill>
                  <a:schemeClr val="lt1"/>
                </a:solidFill>
              </a:defRPr>
            </a:lvl4pPr>
            <a:lvl5pPr marL="2286000" lvl="4" indent="-228600" algn="r">
              <a:lnSpc>
                <a:spcPct val="100000"/>
              </a:lnSpc>
              <a:spcBef>
                <a:spcPts val="0"/>
              </a:spcBef>
              <a:spcAft>
                <a:spcPts val="0"/>
              </a:spcAft>
              <a:buSzPts val="1000"/>
              <a:buFont typeface="Arial"/>
              <a:buNone/>
              <a:defRPr sz="1000">
                <a:solidFill>
                  <a:schemeClr val="lt1"/>
                </a:solidFill>
              </a:defRPr>
            </a:lvl5pPr>
            <a:lvl6pPr marL="2743200" lvl="5" indent="-228600" algn="r">
              <a:lnSpc>
                <a:spcPct val="100000"/>
              </a:lnSpc>
              <a:spcBef>
                <a:spcPts val="0"/>
              </a:spcBef>
              <a:spcAft>
                <a:spcPts val="0"/>
              </a:spcAft>
              <a:buSzPts val="1000"/>
              <a:buFont typeface="Arial"/>
              <a:buNone/>
              <a:defRPr sz="1000">
                <a:solidFill>
                  <a:schemeClr val="lt1"/>
                </a:solidFill>
              </a:defRPr>
            </a:lvl6pPr>
            <a:lvl7pPr marL="3200400" lvl="6" indent="-228600" algn="r">
              <a:lnSpc>
                <a:spcPct val="100000"/>
              </a:lnSpc>
              <a:spcBef>
                <a:spcPts val="0"/>
              </a:spcBef>
              <a:spcAft>
                <a:spcPts val="0"/>
              </a:spcAft>
              <a:buSzPts val="1000"/>
              <a:buFont typeface="Arial"/>
              <a:buNone/>
              <a:defRPr sz="1000">
                <a:solidFill>
                  <a:schemeClr val="lt1"/>
                </a:solidFill>
              </a:defRPr>
            </a:lvl7pPr>
            <a:lvl8pPr marL="3657600" lvl="7" indent="-228600" algn="r">
              <a:lnSpc>
                <a:spcPct val="100000"/>
              </a:lnSpc>
              <a:spcBef>
                <a:spcPts val="0"/>
              </a:spcBef>
              <a:spcAft>
                <a:spcPts val="0"/>
              </a:spcAft>
              <a:buSzPts val="1000"/>
              <a:buFont typeface="Arial"/>
              <a:buNone/>
              <a:defRPr sz="1000">
                <a:solidFill>
                  <a:schemeClr val="lt1"/>
                </a:solidFill>
              </a:defRPr>
            </a:lvl8pPr>
            <a:lvl9pPr marL="4114800" lvl="8" indent="-228600" algn="r">
              <a:lnSpc>
                <a:spcPct val="100000"/>
              </a:lnSpc>
              <a:spcBef>
                <a:spcPts val="0"/>
              </a:spcBef>
              <a:spcAft>
                <a:spcPts val="0"/>
              </a:spcAft>
              <a:buSzPts val="1000"/>
              <a:buFont typeface="Arial"/>
              <a:buNone/>
              <a:defRPr sz="1000">
                <a:solidFill>
                  <a:schemeClr val="lt1"/>
                </a:solidFill>
              </a:defRPr>
            </a:lvl9pPr>
          </a:lstStyle>
          <a:p>
            <a:endParaRPr/>
          </a:p>
        </p:txBody>
      </p:sp>
      <p:pic>
        <p:nvPicPr>
          <p:cNvPr id="78" name="Google Shape;78;p17" descr="Logo&#10;&#10;Description automatically generated"/>
          <p:cNvPicPr preferRelativeResize="0"/>
          <p:nvPr/>
        </p:nvPicPr>
        <p:blipFill rotWithShape="1">
          <a:blip r:embed="rId2">
            <a:alphaModFix/>
          </a:blip>
          <a:srcRect t="231" b="230"/>
          <a:stretch/>
        </p:blipFill>
        <p:spPr>
          <a:xfrm>
            <a:off x="3652784" y="1736463"/>
            <a:ext cx="1788949" cy="1780392"/>
          </a:xfrm>
          <a:prstGeom prst="rect">
            <a:avLst/>
          </a:prstGeom>
          <a:noFill/>
          <a:ln>
            <a:noFill/>
          </a:ln>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cknowledgement of Country">
  <p:cSld name="Acknowledgement of Country">
    <p:bg>
      <p:bgPr>
        <a:solidFill>
          <a:schemeClr val="lt2"/>
        </a:solidFill>
        <a:effectLst/>
      </p:bgPr>
    </p:bg>
    <p:spTree>
      <p:nvGrpSpPr>
        <p:cNvPr id="1" name="Shape 79"/>
        <p:cNvGrpSpPr/>
        <p:nvPr/>
      </p:nvGrpSpPr>
      <p:grpSpPr>
        <a:xfrm>
          <a:off x="0" y="0"/>
          <a:ext cx="0" cy="0"/>
          <a:chOff x="0" y="0"/>
          <a:chExt cx="0" cy="0"/>
        </a:xfrm>
      </p:grpSpPr>
      <p:sp>
        <p:nvSpPr>
          <p:cNvPr id="80" name="Google Shape;80;p18"/>
          <p:cNvSpPr txBox="1"/>
          <p:nvPr/>
        </p:nvSpPr>
        <p:spPr>
          <a:xfrm>
            <a:off x="656565" y="1491630"/>
            <a:ext cx="7830900" cy="3301500"/>
          </a:xfrm>
          <a:prstGeom prst="rect">
            <a:avLst/>
          </a:prstGeom>
          <a:solidFill>
            <a:schemeClr val="accent1">
              <a:alpha val="0"/>
            </a:schemeClr>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200" b="0" i="0">
              <a:solidFill>
                <a:schemeClr val="lt1"/>
              </a:solidFill>
              <a:latin typeface="Arial"/>
              <a:ea typeface="Arial"/>
              <a:cs typeface="Arial"/>
              <a:sym typeface="Arial"/>
            </a:endParaRPr>
          </a:p>
          <a:p>
            <a:pPr marL="0" marR="0" lvl="0" indent="0" algn="l" rtl="0">
              <a:spcBef>
                <a:spcPts val="0"/>
              </a:spcBef>
              <a:spcAft>
                <a:spcPts val="0"/>
              </a:spcAft>
              <a:buNone/>
            </a:pPr>
            <a:r>
              <a:rPr lang="zh-CN" sz="1200" b="0" i="0">
                <a:solidFill>
                  <a:schemeClr val="lt1"/>
                </a:solidFill>
                <a:latin typeface="Arial"/>
                <a:ea typeface="Arial"/>
                <a:cs typeface="Arial"/>
                <a:sym typeface="Arial"/>
              </a:rPr>
              <a:t>The University of Melbourne acknowledges the Traditional Owners of the unceded land on which we work, learn and live: the Wurundjeri Woi-wurrung and Bunurong peoples (Burnley, Fishermans Bend, Parkville, Southbank and Werribee campuses), the Yorta Yorta Nation (Dookie and Shepparton campuses), and the Dja Dja Wurrung people (Creswick campus).</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 </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The University also acknowledges and is grateful to the Traditional Owners, Elders and Knowledge Holders of all Indigenous nations and clans who have been instrumental in our reconciliation journey.</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 </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 </a:t>
            </a:r>
            <a:endParaRPr sz="1100"/>
          </a:p>
          <a:p>
            <a:pPr marL="0" marR="0" lvl="0" indent="0" algn="l" rtl="0">
              <a:spcBef>
                <a:spcPts val="0"/>
              </a:spcBef>
              <a:spcAft>
                <a:spcPts val="0"/>
              </a:spcAft>
              <a:buNone/>
            </a:pPr>
            <a:r>
              <a:rPr lang="zh-CN" sz="1200" b="0" i="0">
                <a:solidFill>
                  <a:schemeClr val="lt1"/>
                </a:solidFill>
                <a:latin typeface="Arial"/>
                <a:ea typeface="Arial"/>
                <a:cs typeface="Arial"/>
                <a:sym typeface="Arial"/>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endParaRPr sz="1100"/>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81" name="Google Shape;81;p18" descr="A tree in a park&#10;&#10;Description automatically generated"/>
          <p:cNvPicPr preferRelativeResize="0"/>
          <p:nvPr/>
        </p:nvPicPr>
        <p:blipFill rotWithShape="1">
          <a:blip r:embed="rId2">
            <a:alphaModFix amt="17000"/>
          </a:blip>
          <a:srcRect/>
          <a:stretch/>
        </p:blipFill>
        <p:spPr>
          <a:xfrm>
            <a:off x="-2647" y="4372"/>
            <a:ext cx="9149293" cy="5139127"/>
          </a:xfrm>
          <a:prstGeom prst="rect">
            <a:avLst/>
          </a:prstGeom>
          <a:noFill/>
          <a:ln>
            <a:noFill/>
          </a:ln>
        </p:spPr>
      </p:pic>
      <p:pic>
        <p:nvPicPr>
          <p:cNvPr id="82" name="Google Shape;82;p18" descr="Logo&#10;&#10;Description automatically generated"/>
          <p:cNvPicPr preferRelativeResize="0"/>
          <p:nvPr/>
        </p:nvPicPr>
        <p:blipFill rotWithShape="1">
          <a:blip r:embed="rId3">
            <a:alphaModFix/>
          </a:blip>
          <a:srcRect l="65" r="64"/>
          <a:stretch/>
        </p:blipFill>
        <p:spPr>
          <a:xfrm>
            <a:off x="7976559" y="256500"/>
            <a:ext cx="916763" cy="917845"/>
          </a:xfrm>
          <a:prstGeom prst="rect">
            <a:avLst/>
          </a:prstGeom>
          <a:noFill/>
          <a:ln>
            <a:noFill/>
          </a:ln>
        </p:spPr>
      </p:pic>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pyright notice">
  <p:cSld name="Copyright notice">
    <p:bg>
      <p:bgPr>
        <a:solidFill>
          <a:schemeClr val="lt2"/>
        </a:solidFill>
        <a:effectLst/>
      </p:bgPr>
    </p:bg>
    <p:spTree>
      <p:nvGrpSpPr>
        <p:cNvPr id="1" name="Shape 83"/>
        <p:cNvGrpSpPr/>
        <p:nvPr/>
      </p:nvGrpSpPr>
      <p:grpSpPr>
        <a:xfrm>
          <a:off x="0" y="0"/>
          <a:ext cx="0" cy="0"/>
          <a:chOff x="0" y="0"/>
          <a:chExt cx="0" cy="0"/>
        </a:xfrm>
      </p:grpSpPr>
      <p:sp>
        <p:nvSpPr>
          <p:cNvPr id="84" name="Google Shape;84;p19"/>
          <p:cNvSpPr txBox="1"/>
          <p:nvPr/>
        </p:nvSpPr>
        <p:spPr>
          <a:xfrm>
            <a:off x="1376772" y="1424513"/>
            <a:ext cx="6390600" cy="2500200"/>
          </a:xfrm>
          <a:prstGeom prst="rect">
            <a:avLst/>
          </a:prstGeom>
          <a:noFill/>
          <a:ln w="11900" cap="flat" cmpd="sng">
            <a:solidFill>
              <a:schemeClr val="lt1"/>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spcBef>
                <a:spcPts val="0"/>
              </a:spcBef>
              <a:spcAft>
                <a:spcPts val="0"/>
              </a:spcAft>
              <a:buNone/>
            </a:pPr>
            <a:endParaRPr sz="1200" b="1">
              <a:solidFill>
                <a:schemeClr val="lt1"/>
              </a:solidFill>
              <a:latin typeface="Arial"/>
              <a:ea typeface="Arial"/>
              <a:cs typeface="Arial"/>
              <a:sym typeface="Arial"/>
            </a:endParaRPr>
          </a:p>
          <a:p>
            <a:pPr marL="0" marR="0" lvl="0" indent="0" algn="ctr" rtl="0">
              <a:spcBef>
                <a:spcPts val="0"/>
              </a:spcBef>
              <a:spcAft>
                <a:spcPts val="0"/>
              </a:spcAft>
              <a:buNone/>
            </a:pPr>
            <a:r>
              <a:rPr lang="zh-CN" sz="1200" b="1">
                <a:solidFill>
                  <a:schemeClr val="lt1"/>
                </a:solidFill>
                <a:latin typeface="Arial"/>
                <a:ea typeface="Arial"/>
                <a:cs typeface="Arial"/>
                <a:sym typeface="Arial"/>
              </a:rPr>
              <a:t>WARNING</a:t>
            </a:r>
            <a:endParaRPr sz="1200">
              <a:solidFill>
                <a:schemeClr val="lt1"/>
              </a:solidFill>
              <a:latin typeface="Arial"/>
              <a:ea typeface="Arial"/>
              <a:cs typeface="Arial"/>
              <a:sym typeface="Arial"/>
            </a:endParaRPr>
          </a:p>
          <a:p>
            <a:pPr marL="0" marR="0" lvl="0" indent="0" algn="l" rtl="0">
              <a:lnSpc>
                <a:spcPct val="115000"/>
              </a:lnSpc>
              <a:spcBef>
                <a:spcPts val="500"/>
              </a:spcBef>
              <a:spcAft>
                <a:spcPts val="0"/>
              </a:spcAft>
              <a:buNone/>
            </a:pPr>
            <a:r>
              <a:rPr lang="zh-CN" sz="1200">
                <a:solidFill>
                  <a:schemeClr val="lt1"/>
                </a:solidFill>
                <a:latin typeface="Arial"/>
                <a:ea typeface="Arial"/>
                <a:cs typeface="Arial"/>
                <a:sym typeface="Arial"/>
              </a:rPr>
              <a:t>This material has been reproduced and communicated to you by or on behalf of the University of Melbourne in accordance with section 113P of the </a:t>
            </a:r>
            <a:r>
              <a:rPr lang="zh-CN" sz="1200" i="1">
                <a:solidFill>
                  <a:schemeClr val="lt1"/>
                </a:solidFill>
                <a:latin typeface="Arial"/>
                <a:ea typeface="Arial"/>
                <a:cs typeface="Arial"/>
                <a:sym typeface="Arial"/>
              </a:rPr>
              <a:t>Copyright Act 1968</a:t>
            </a:r>
            <a:r>
              <a:rPr lang="zh-CN" sz="1200">
                <a:solidFill>
                  <a:schemeClr val="lt1"/>
                </a:solidFill>
                <a:latin typeface="Arial"/>
                <a:ea typeface="Arial"/>
                <a:cs typeface="Arial"/>
                <a:sym typeface="Arial"/>
              </a:rPr>
              <a:t> (</a:t>
            </a:r>
            <a:r>
              <a:rPr lang="zh-CN" sz="1200" b="1">
                <a:solidFill>
                  <a:schemeClr val="lt1"/>
                </a:solidFill>
                <a:latin typeface="Arial"/>
                <a:ea typeface="Arial"/>
                <a:cs typeface="Arial"/>
                <a:sym typeface="Arial"/>
              </a:rPr>
              <a:t>Act</a:t>
            </a:r>
            <a:r>
              <a:rPr lang="zh-CN"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a:p>
            <a:pPr marL="0" marR="0" lvl="0" indent="0" algn="l" rtl="0">
              <a:lnSpc>
                <a:spcPct val="115000"/>
              </a:lnSpc>
              <a:spcBef>
                <a:spcPts val="900"/>
              </a:spcBef>
              <a:spcAft>
                <a:spcPts val="0"/>
              </a:spcAft>
              <a:buNone/>
            </a:pPr>
            <a:r>
              <a:rPr lang="zh-CN" sz="1200">
                <a:solidFill>
                  <a:schemeClr val="lt1"/>
                </a:solidFill>
                <a:latin typeface="Arial"/>
                <a:ea typeface="Arial"/>
                <a:cs typeface="Arial"/>
                <a:sym typeface="Arial"/>
              </a:rPr>
              <a:t>The material in this communication may be subject to copyright under the Act. </a:t>
            </a:r>
            <a:endParaRPr sz="1200">
              <a:solidFill>
                <a:schemeClr val="lt1"/>
              </a:solidFill>
              <a:latin typeface="Arial"/>
              <a:ea typeface="Arial"/>
              <a:cs typeface="Arial"/>
              <a:sym typeface="Arial"/>
            </a:endParaRPr>
          </a:p>
          <a:p>
            <a:pPr marL="0" marR="0" lvl="0" indent="0" algn="l" rtl="0">
              <a:lnSpc>
                <a:spcPct val="115000"/>
              </a:lnSpc>
              <a:spcBef>
                <a:spcPts val="900"/>
              </a:spcBef>
              <a:spcAft>
                <a:spcPts val="0"/>
              </a:spcAft>
              <a:buNone/>
            </a:pPr>
            <a:r>
              <a:rPr lang="zh-CN" sz="1200">
                <a:solidFill>
                  <a:schemeClr val="lt1"/>
                </a:solidFill>
                <a:latin typeface="Arial"/>
                <a:ea typeface="Arial"/>
                <a:cs typeface="Arial"/>
                <a:sym typeface="Arial"/>
              </a:rPr>
              <a:t>Any further reproduction or communication of this material by you may be the subject of copyright protection under the Act.</a:t>
            </a:r>
            <a:endParaRPr sz="1200">
              <a:solidFill>
                <a:schemeClr val="lt1"/>
              </a:solidFill>
              <a:latin typeface="Arial"/>
              <a:ea typeface="Arial"/>
              <a:cs typeface="Arial"/>
              <a:sym typeface="Arial"/>
            </a:endParaRPr>
          </a:p>
          <a:p>
            <a:pPr marL="0" marR="0" lvl="0" indent="0" algn="ctr" rtl="0">
              <a:lnSpc>
                <a:spcPct val="115000"/>
              </a:lnSpc>
              <a:spcBef>
                <a:spcPts val="500"/>
              </a:spcBef>
              <a:spcAft>
                <a:spcPts val="0"/>
              </a:spcAft>
              <a:buNone/>
            </a:pPr>
            <a:r>
              <a:rPr lang="zh-CN" sz="1200" b="1">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a:p>
            <a:pPr marL="0" marR="0" lvl="0" indent="0" algn="ctr" rtl="0">
              <a:lnSpc>
                <a:spcPct val="115000"/>
              </a:lnSpc>
              <a:spcBef>
                <a:spcPts val="0"/>
              </a:spcBef>
              <a:spcAft>
                <a:spcPts val="0"/>
              </a:spcAft>
              <a:buNone/>
            </a:pPr>
            <a:r>
              <a:rPr lang="zh-CN" sz="1200" b="1">
                <a:solidFill>
                  <a:schemeClr val="lt1"/>
                </a:solidFill>
                <a:latin typeface="Arial"/>
                <a:ea typeface="Arial"/>
                <a:cs typeface="Arial"/>
                <a:sym typeface="Arial"/>
              </a:rPr>
              <a:t>Do not remove this notice</a:t>
            </a:r>
            <a:endParaRPr sz="1200">
              <a:solidFill>
                <a:schemeClr val="lt1"/>
              </a:solidFill>
              <a:latin typeface="Arial"/>
              <a:ea typeface="Arial"/>
              <a:cs typeface="Arial"/>
              <a:sym typeface="Arial"/>
            </a:endParaRPr>
          </a:p>
          <a:p>
            <a:pPr marL="0" marR="0" lvl="0" indent="0" algn="l" rtl="0">
              <a:spcBef>
                <a:spcPts val="0"/>
              </a:spcBef>
              <a:spcAft>
                <a:spcPts val="0"/>
              </a:spcAft>
              <a:buNone/>
            </a:pPr>
            <a:r>
              <a:rPr lang="zh-CN" sz="1400">
                <a:solidFill>
                  <a:schemeClr val="dk1"/>
                </a:solidFill>
                <a:latin typeface="Calibri"/>
                <a:ea typeface="Calibri"/>
                <a:cs typeface="Calibri"/>
                <a:sym typeface="Calibri"/>
              </a:rPr>
              <a:t> </a:t>
            </a:r>
            <a:endParaRPr sz="1800">
              <a:solidFill>
                <a:schemeClr val="dk1"/>
              </a:solidFill>
              <a:latin typeface="Arial"/>
              <a:ea typeface="Arial"/>
              <a:cs typeface="Arial"/>
              <a:sym typeface="Arial"/>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ver_style1">
  <p:cSld name="Cover_style1">
    <p:bg>
      <p:bgPr>
        <a:solidFill>
          <a:schemeClr val="lt2"/>
        </a:solidFill>
        <a:effectLst/>
      </p:bgPr>
    </p:bg>
    <p:spTree>
      <p:nvGrpSpPr>
        <p:cNvPr id="1" name="Shape 85"/>
        <p:cNvGrpSpPr/>
        <p:nvPr/>
      </p:nvGrpSpPr>
      <p:grpSpPr>
        <a:xfrm>
          <a:off x="0" y="0"/>
          <a:ext cx="0" cy="0"/>
          <a:chOff x="0" y="0"/>
          <a:chExt cx="0" cy="0"/>
        </a:xfrm>
      </p:grpSpPr>
      <p:sp>
        <p:nvSpPr>
          <p:cNvPr id="86" name="Google Shape;86;p20"/>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120000"/>
              </a:lnSpc>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7" name="Google Shape;87;p20"/>
          <p:cNvSpPr txBox="1">
            <a:spLocks noGrp="1"/>
          </p:cNvSpPr>
          <p:nvPr>
            <p:ph type="title"/>
          </p:nvPr>
        </p:nvSpPr>
        <p:spPr>
          <a:xfrm>
            <a:off x="259200" y="1437624"/>
            <a:ext cx="6750900" cy="20445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300"/>
              <a:buFont typeface="Arial"/>
              <a:buNone/>
              <a:defRPr sz="3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88" name="Google Shape;88;p20" descr="Logo&#10;&#10;Description automatically generated"/>
          <p:cNvPicPr preferRelativeResize="0"/>
          <p:nvPr/>
        </p:nvPicPr>
        <p:blipFill rotWithShape="1">
          <a:blip r:embed="rId2">
            <a:alphaModFix/>
          </a:blip>
          <a:srcRect l="65" r="64"/>
          <a:stretch/>
        </p:blipFill>
        <p:spPr>
          <a:xfrm>
            <a:off x="7976559" y="256500"/>
            <a:ext cx="916763" cy="917845"/>
          </a:xfrm>
          <a:prstGeom prst="rect">
            <a:avLst/>
          </a:prstGeom>
          <a:noFill/>
          <a:ln>
            <a:noFill/>
          </a:ln>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ver_with image_style1">
  <p:cSld name="Cover_with image_style1">
    <p:bg>
      <p:bgPr>
        <a:solidFill>
          <a:schemeClr val="lt2"/>
        </a:solidFill>
        <a:effectLst/>
      </p:bgPr>
    </p:bg>
    <p:spTree>
      <p:nvGrpSpPr>
        <p:cNvPr id="1" name="Shape 89"/>
        <p:cNvGrpSpPr/>
        <p:nvPr/>
      </p:nvGrpSpPr>
      <p:grpSpPr>
        <a:xfrm>
          <a:off x="0" y="0"/>
          <a:ext cx="0" cy="0"/>
          <a:chOff x="0" y="0"/>
          <a:chExt cx="0" cy="0"/>
        </a:xfrm>
      </p:grpSpPr>
      <p:sp>
        <p:nvSpPr>
          <p:cNvPr id="90" name="Google Shape;90;p21"/>
          <p:cNvSpPr txBox="1">
            <a:spLocks noGrp="1"/>
          </p:cNvSpPr>
          <p:nvPr>
            <p:ph type="body" idx="1"/>
          </p:nvPr>
        </p:nvSpPr>
        <p:spPr>
          <a:xfrm>
            <a:off x="6724559" y="4827894"/>
            <a:ext cx="2160300" cy="1620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r">
              <a:lnSpc>
                <a:spcPct val="100000"/>
              </a:lnSpc>
              <a:spcBef>
                <a:spcPts val="0"/>
              </a:spcBef>
              <a:spcAft>
                <a:spcPts val="0"/>
              </a:spcAft>
              <a:buSzPts val="1000"/>
              <a:buFont typeface="Arial"/>
              <a:buNone/>
              <a:defRPr sz="1000">
                <a:solidFill>
                  <a:schemeClr val="lt1"/>
                </a:solidFill>
              </a:defRPr>
            </a:lvl2pPr>
            <a:lvl3pPr marL="1371600" lvl="2" indent="-228600" algn="r">
              <a:lnSpc>
                <a:spcPct val="100000"/>
              </a:lnSpc>
              <a:spcBef>
                <a:spcPts val="0"/>
              </a:spcBef>
              <a:spcAft>
                <a:spcPts val="0"/>
              </a:spcAft>
              <a:buSzPts val="1100"/>
              <a:buFont typeface="Arial"/>
              <a:buNone/>
              <a:defRPr sz="1100">
                <a:solidFill>
                  <a:schemeClr val="lt1"/>
                </a:solidFill>
              </a:defRPr>
            </a:lvl3pPr>
            <a:lvl4pPr marL="1828800" lvl="3" indent="-228600" algn="r">
              <a:lnSpc>
                <a:spcPct val="100000"/>
              </a:lnSpc>
              <a:spcBef>
                <a:spcPts val="0"/>
              </a:spcBef>
              <a:spcAft>
                <a:spcPts val="0"/>
              </a:spcAft>
              <a:buSzPts val="1100"/>
              <a:buFont typeface="Arial"/>
              <a:buNone/>
              <a:defRPr sz="1100">
                <a:solidFill>
                  <a:schemeClr val="lt1"/>
                </a:solidFill>
              </a:defRPr>
            </a:lvl4pPr>
            <a:lvl5pPr marL="2286000" lvl="4" indent="-228600" algn="r">
              <a:lnSpc>
                <a:spcPct val="100000"/>
              </a:lnSpc>
              <a:spcBef>
                <a:spcPts val="0"/>
              </a:spcBef>
              <a:spcAft>
                <a:spcPts val="0"/>
              </a:spcAft>
              <a:buSzPts val="1100"/>
              <a:buFont typeface="Arial"/>
              <a:buNone/>
              <a:defRPr sz="1100">
                <a:solidFill>
                  <a:schemeClr val="lt1"/>
                </a:solidFill>
              </a:defRPr>
            </a:lvl5pPr>
            <a:lvl6pPr marL="2743200" lvl="5" indent="-228600" algn="r">
              <a:lnSpc>
                <a:spcPct val="100000"/>
              </a:lnSpc>
              <a:spcBef>
                <a:spcPts val="0"/>
              </a:spcBef>
              <a:spcAft>
                <a:spcPts val="0"/>
              </a:spcAft>
              <a:buSzPts val="1100"/>
              <a:buFont typeface="Arial"/>
              <a:buNone/>
              <a:defRPr sz="1100">
                <a:solidFill>
                  <a:schemeClr val="lt1"/>
                </a:solidFill>
              </a:defRPr>
            </a:lvl6pPr>
            <a:lvl7pPr marL="3200400" lvl="6" indent="-228600" algn="r">
              <a:lnSpc>
                <a:spcPct val="100000"/>
              </a:lnSpc>
              <a:spcBef>
                <a:spcPts val="0"/>
              </a:spcBef>
              <a:spcAft>
                <a:spcPts val="0"/>
              </a:spcAft>
              <a:buSzPts val="1100"/>
              <a:buFont typeface="Arial"/>
              <a:buNone/>
              <a:defRPr sz="1100">
                <a:solidFill>
                  <a:schemeClr val="lt1"/>
                </a:solidFill>
              </a:defRPr>
            </a:lvl7pPr>
            <a:lvl8pPr marL="3657600" lvl="7" indent="-228600" algn="r">
              <a:lnSpc>
                <a:spcPct val="100000"/>
              </a:lnSpc>
              <a:spcBef>
                <a:spcPts val="0"/>
              </a:spcBef>
              <a:spcAft>
                <a:spcPts val="0"/>
              </a:spcAft>
              <a:buSzPts val="1100"/>
              <a:buFont typeface="Arial"/>
              <a:buNone/>
              <a:defRPr sz="1100">
                <a:solidFill>
                  <a:schemeClr val="lt1"/>
                </a:solidFill>
              </a:defRPr>
            </a:lvl8pPr>
            <a:lvl9pPr marL="4114800" lvl="8" indent="-228600" algn="r">
              <a:lnSpc>
                <a:spcPct val="100000"/>
              </a:lnSpc>
              <a:spcBef>
                <a:spcPts val="0"/>
              </a:spcBef>
              <a:spcAft>
                <a:spcPts val="0"/>
              </a:spcAft>
              <a:buSzPts val="1100"/>
              <a:buFont typeface="Arial"/>
              <a:buNone/>
              <a:defRPr sz="1100">
                <a:solidFill>
                  <a:schemeClr val="lt1"/>
                </a:solidFill>
              </a:defRPr>
            </a:lvl9pPr>
          </a:lstStyle>
          <a:p>
            <a:endParaRPr/>
          </a:p>
        </p:txBody>
      </p:sp>
      <p:sp>
        <p:nvSpPr>
          <p:cNvPr id="91" name="Google Shape;91;p21"/>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120000"/>
              </a:lnSpc>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pic>
        <p:nvPicPr>
          <p:cNvPr id="92" name="Google Shape;92;p21" descr="A building with a clock tower&#10;&#10;Description automatically generated"/>
          <p:cNvPicPr preferRelativeResize="0"/>
          <p:nvPr/>
        </p:nvPicPr>
        <p:blipFill rotWithShape="1">
          <a:blip r:embed="rId2">
            <a:alphaModFix amt="15000"/>
          </a:blip>
          <a:srcRect/>
          <a:stretch/>
        </p:blipFill>
        <p:spPr>
          <a:xfrm>
            <a:off x="242156" y="256500"/>
            <a:ext cx="8651165" cy="4343750"/>
          </a:xfrm>
          <a:prstGeom prst="rect">
            <a:avLst/>
          </a:prstGeom>
          <a:noFill/>
          <a:ln>
            <a:noFill/>
          </a:ln>
        </p:spPr>
      </p:pic>
      <p:sp>
        <p:nvSpPr>
          <p:cNvPr id="93" name="Google Shape;93;p21"/>
          <p:cNvSpPr txBox="1">
            <a:spLocks noGrp="1"/>
          </p:cNvSpPr>
          <p:nvPr>
            <p:ph type="title"/>
          </p:nvPr>
        </p:nvSpPr>
        <p:spPr>
          <a:xfrm>
            <a:off x="259200" y="1437624"/>
            <a:ext cx="6750900" cy="20445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300"/>
              <a:buFont typeface="Arial"/>
              <a:buNone/>
              <a:defRPr sz="3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94" name="Google Shape;94;p21" descr="Logo&#10;&#10;Description automatically generated"/>
          <p:cNvPicPr preferRelativeResize="0"/>
          <p:nvPr/>
        </p:nvPicPr>
        <p:blipFill rotWithShape="1">
          <a:blip r:embed="rId3">
            <a:alphaModFix/>
          </a:blip>
          <a:srcRect l="65" r="64"/>
          <a:stretch/>
        </p:blipFill>
        <p:spPr>
          <a:xfrm>
            <a:off x="7976559" y="256500"/>
            <a:ext cx="916763" cy="917845"/>
          </a:xfrm>
          <a:prstGeom prst="rect">
            <a:avLst/>
          </a:prstGeom>
          <a:noFill/>
          <a:ln>
            <a:noFill/>
          </a:ln>
        </p:spPr>
      </p:pic>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Divider slide_style1">
  <p:cSld name="Divider slide_style1">
    <p:spTree>
      <p:nvGrpSpPr>
        <p:cNvPr id="1" name="Shape 95"/>
        <p:cNvGrpSpPr/>
        <p:nvPr/>
      </p:nvGrpSpPr>
      <p:grpSpPr>
        <a:xfrm>
          <a:off x="0" y="0"/>
          <a:ext cx="0" cy="0"/>
          <a:chOff x="0" y="0"/>
          <a:chExt cx="0" cy="0"/>
        </a:xfrm>
      </p:grpSpPr>
      <p:sp>
        <p:nvSpPr>
          <p:cNvPr id="96" name="Google Shape;96;p22"/>
          <p:cNvSpPr/>
          <p:nvPr/>
        </p:nvSpPr>
        <p:spPr>
          <a:xfrm>
            <a:off x="258663" y="257029"/>
            <a:ext cx="8634000" cy="45900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97" name="Google Shape;97;p22"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
        <p:nvSpPr>
          <p:cNvPr id="98" name="Google Shape;98;p22"/>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Divider_with image1_style1">
  <p:cSld name="Divider_with image1_style1">
    <p:spTree>
      <p:nvGrpSpPr>
        <p:cNvPr id="1" name="Shape 99"/>
        <p:cNvGrpSpPr/>
        <p:nvPr/>
      </p:nvGrpSpPr>
      <p:grpSpPr>
        <a:xfrm>
          <a:off x="0" y="0"/>
          <a:ext cx="0" cy="0"/>
          <a:chOff x="0" y="0"/>
          <a:chExt cx="0" cy="0"/>
        </a:xfrm>
      </p:grpSpPr>
      <p:pic>
        <p:nvPicPr>
          <p:cNvPr id="100" name="Google Shape;100;p23" descr="A train on the street&#10;&#10;Description automatically generated"/>
          <p:cNvPicPr preferRelativeResize="0"/>
          <p:nvPr/>
        </p:nvPicPr>
        <p:blipFill rotWithShape="1">
          <a:blip r:embed="rId2">
            <a:alphaModFix/>
          </a:blip>
          <a:srcRect/>
          <a:stretch/>
        </p:blipFill>
        <p:spPr>
          <a:xfrm>
            <a:off x="259200" y="256500"/>
            <a:ext cx="6885000" cy="4590000"/>
          </a:xfrm>
          <a:prstGeom prst="rect">
            <a:avLst/>
          </a:prstGeom>
          <a:noFill/>
          <a:ln>
            <a:noFill/>
          </a:ln>
        </p:spPr>
      </p:pic>
      <p:sp>
        <p:nvSpPr>
          <p:cNvPr id="101" name="Google Shape;101;p23"/>
          <p:cNvSpPr>
            <a:spLocks noGrp="1"/>
          </p:cNvSpPr>
          <p:nvPr>
            <p:ph type="pic" idx="2"/>
          </p:nvPr>
        </p:nvSpPr>
        <p:spPr>
          <a:xfrm>
            <a:off x="259200" y="256500"/>
            <a:ext cx="5883300" cy="4588800"/>
          </a:xfrm>
          <a:prstGeom prst="rect">
            <a:avLst/>
          </a:prstGeom>
          <a:noFill/>
          <a:ln>
            <a:noFill/>
          </a:ln>
        </p:spPr>
      </p:sp>
      <p:sp>
        <p:nvSpPr>
          <p:cNvPr id="102" name="Google Shape;102;p23"/>
          <p:cNvSpPr/>
          <p:nvPr/>
        </p:nvSpPr>
        <p:spPr>
          <a:xfrm>
            <a:off x="6142428" y="256500"/>
            <a:ext cx="2750100" cy="45888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103" name="Google Shape;103;p23"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104" name="Google Shape;104;p23"/>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105" name="Google Shape;105;p23"/>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Divider_with image2_style1">
  <p:cSld name="Divider_with image2_style1">
    <p:spTree>
      <p:nvGrpSpPr>
        <p:cNvPr id="1" name="Shape 106"/>
        <p:cNvGrpSpPr/>
        <p:nvPr/>
      </p:nvGrpSpPr>
      <p:grpSpPr>
        <a:xfrm>
          <a:off x="0" y="0"/>
          <a:ext cx="0" cy="0"/>
          <a:chOff x="0" y="0"/>
          <a:chExt cx="0" cy="0"/>
        </a:xfrm>
      </p:grpSpPr>
      <p:pic>
        <p:nvPicPr>
          <p:cNvPr id="107" name="Google Shape;107;p24" descr="A close-up of a building&#10;&#10;Description automatically generated"/>
          <p:cNvPicPr preferRelativeResize="0"/>
          <p:nvPr/>
        </p:nvPicPr>
        <p:blipFill rotWithShape="1">
          <a:blip r:embed="rId2">
            <a:alphaModFix/>
          </a:blip>
          <a:srcRect/>
          <a:stretch/>
        </p:blipFill>
        <p:spPr>
          <a:xfrm>
            <a:off x="259199" y="256500"/>
            <a:ext cx="6876803" cy="4589999"/>
          </a:xfrm>
          <a:prstGeom prst="rect">
            <a:avLst/>
          </a:prstGeom>
          <a:noFill/>
          <a:ln>
            <a:noFill/>
          </a:ln>
        </p:spPr>
      </p:pic>
      <p:sp>
        <p:nvSpPr>
          <p:cNvPr id="108" name="Google Shape;108;p24"/>
          <p:cNvSpPr>
            <a:spLocks noGrp="1"/>
          </p:cNvSpPr>
          <p:nvPr>
            <p:ph type="pic" idx="2"/>
          </p:nvPr>
        </p:nvSpPr>
        <p:spPr>
          <a:xfrm>
            <a:off x="259200" y="256500"/>
            <a:ext cx="5883300" cy="4588800"/>
          </a:xfrm>
          <a:prstGeom prst="rect">
            <a:avLst/>
          </a:prstGeom>
          <a:noFill/>
          <a:ln>
            <a:noFill/>
          </a:ln>
        </p:spPr>
      </p:sp>
      <p:sp>
        <p:nvSpPr>
          <p:cNvPr id="109" name="Google Shape;109;p24"/>
          <p:cNvSpPr/>
          <p:nvPr/>
        </p:nvSpPr>
        <p:spPr>
          <a:xfrm>
            <a:off x="6142428" y="256500"/>
            <a:ext cx="2750100" cy="45888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24"/>
          <p:cNvSpPr txBox="1">
            <a:spLocks noGrp="1"/>
          </p:cNvSpPr>
          <p:nvPr>
            <p:ph type="body" idx="1"/>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pic>
        <p:nvPicPr>
          <p:cNvPr id="111" name="Google Shape;111;p24"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112" name="Google Shape;112;p24"/>
          <p:cNvSpPr txBox="1">
            <a:spLocks noGrp="1"/>
          </p:cNvSpPr>
          <p:nvPr>
            <p:ph type="body" idx="3"/>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Divider_with image3_style1">
  <p:cSld name="Divider_with image3_style1">
    <p:spTree>
      <p:nvGrpSpPr>
        <p:cNvPr id="1" name="Shape 113"/>
        <p:cNvGrpSpPr/>
        <p:nvPr/>
      </p:nvGrpSpPr>
      <p:grpSpPr>
        <a:xfrm>
          <a:off x="0" y="0"/>
          <a:ext cx="0" cy="0"/>
          <a:chOff x="0" y="0"/>
          <a:chExt cx="0" cy="0"/>
        </a:xfrm>
      </p:grpSpPr>
      <p:pic>
        <p:nvPicPr>
          <p:cNvPr id="114" name="Google Shape;114;p25" descr="A group of people walking outside of a building&#10;&#10;Description automatically generated"/>
          <p:cNvPicPr preferRelativeResize="0"/>
          <p:nvPr/>
        </p:nvPicPr>
        <p:blipFill rotWithShape="1">
          <a:blip r:embed="rId2">
            <a:alphaModFix/>
          </a:blip>
          <a:srcRect/>
          <a:stretch/>
        </p:blipFill>
        <p:spPr>
          <a:xfrm>
            <a:off x="259199" y="256500"/>
            <a:ext cx="6872941" cy="4590001"/>
          </a:xfrm>
          <a:prstGeom prst="rect">
            <a:avLst/>
          </a:prstGeom>
          <a:noFill/>
          <a:ln>
            <a:noFill/>
          </a:ln>
        </p:spPr>
      </p:pic>
      <p:sp>
        <p:nvSpPr>
          <p:cNvPr id="115" name="Google Shape;115;p25"/>
          <p:cNvSpPr>
            <a:spLocks noGrp="1"/>
          </p:cNvSpPr>
          <p:nvPr>
            <p:ph type="pic" idx="2"/>
          </p:nvPr>
        </p:nvSpPr>
        <p:spPr>
          <a:xfrm>
            <a:off x="259200" y="256500"/>
            <a:ext cx="5883300" cy="4588800"/>
          </a:xfrm>
          <a:prstGeom prst="rect">
            <a:avLst/>
          </a:prstGeom>
          <a:noFill/>
          <a:ln>
            <a:noFill/>
          </a:ln>
        </p:spPr>
      </p:sp>
      <p:sp>
        <p:nvSpPr>
          <p:cNvPr id="116" name="Google Shape;116;p25"/>
          <p:cNvSpPr/>
          <p:nvPr/>
        </p:nvSpPr>
        <p:spPr>
          <a:xfrm>
            <a:off x="6142428" y="256500"/>
            <a:ext cx="2750100" cy="45888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25"/>
          <p:cNvSpPr txBox="1">
            <a:spLocks noGrp="1"/>
          </p:cNvSpPr>
          <p:nvPr>
            <p:ph type="body" idx="1"/>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pic>
        <p:nvPicPr>
          <p:cNvPr id="118" name="Google Shape;118;p25"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119" name="Google Shape;119;p25"/>
          <p:cNvSpPr txBox="1">
            <a:spLocks noGrp="1"/>
          </p:cNvSpPr>
          <p:nvPr>
            <p:ph type="body" idx="3"/>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Divider_with image4_style1">
  <p:cSld name="Divider_with image4_style1">
    <p:spTree>
      <p:nvGrpSpPr>
        <p:cNvPr id="1" name="Shape 120"/>
        <p:cNvGrpSpPr/>
        <p:nvPr/>
      </p:nvGrpSpPr>
      <p:grpSpPr>
        <a:xfrm>
          <a:off x="0" y="0"/>
          <a:ext cx="0" cy="0"/>
          <a:chOff x="0" y="0"/>
          <a:chExt cx="0" cy="0"/>
        </a:xfrm>
      </p:grpSpPr>
      <p:pic>
        <p:nvPicPr>
          <p:cNvPr id="121" name="Google Shape;121;p26" descr="A building with many windows&#10;&#10;Description automatically generated"/>
          <p:cNvPicPr preferRelativeResize="0"/>
          <p:nvPr/>
        </p:nvPicPr>
        <p:blipFill rotWithShape="1">
          <a:blip r:embed="rId2">
            <a:alphaModFix/>
          </a:blip>
          <a:srcRect/>
          <a:stretch/>
        </p:blipFill>
        <p:spPr>
          <a:xfrm>
            <a:off x="259200" y="256499"/>
            <a:ext cx="6881315" cy="4589999"/>
          </a:xfrm>
          <a:prstGeom prst="rect">
            <a:avLst/>
          </a:prstGeom>
          <a:noFill/>
          <a:ln>
            <a:noFill/>
          </a:ln>
        </p:spPr>
      </p:pic>
      <p:sp>
        <p:nvSpPr>
          <p:cNvPr id="122" name="Google Shape;122;p26"/>
          <p:cNvSpPr>
            <a:spLocks noGrp="1"/>
          </p:cNvSpPr>
          <p:nvPr>
            <p:ph type="pic" idx="2"/>
          </p:nvPr>
        </p:nvSpPr>
        <p:spPr>
          <a:xfrm>
            <a:off x="259200" y="256500"/>
            <a:ext cx="5883300" cy="4590000"/>
          </a:xfrm>
          <a:prstGeom prst="rect">
            <a:avLst/>
          </a:prstGeom>
          <a:noFill/>
          <a:ln>
            <a:noFill/>
          </a:ln>
        </p:spPr>
      </p:sp>
      <p:sp>
        <p:nvSpPr>
          <p:cNvPr id="123" name="Google Shape;123;p26"/>
          <p:cNvSpPr/>
          <p:nvPr/>
        </p:nvSpPr>
        <p:spPr>
          <a:xfrm>
            <a:off x="6142428" y="256500"/>
            <a:ext cx="2750100" cy="45888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124" name="Google Shape;124;p26"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125" name="Google Shape;125;p26"/>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126" name="Google Shape;126;p26"/>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Divider_with image5_style1">
  <p:cSld name="Divider_with image5_style1">
    <p:spTree>
      <p:nvGrpSpPr>
        <p:cNvPr id="1" name="Shape 127"/>
        <p:cNvGrpSpPr/>
        <p:nvPr/>
      </p:nvGrpSpPr>
      <p:grpSpPr>
        <a:xfrm>
          <a:off x="0" y="0"/>
          <a:ext cx="0" cy="0"/>
          <a:chOff x="0" y="0"/>
          <a:chExt cx="0" cy="0"/>
        </a:xfrm>
      </p:grpSpPr>
      <p:pic>
        <p:nvPicPr>
          <p:cNvPr id="128" name="Google Shape;128;p27" descr="A large auditorium with blue lights&#10;&#10;Description automatically generated"/>
          <p:cNvPicPr preferRelativeResize="0"/>
          <p:nvPr/>
        </p:nvPicPr>
        <p:blipFill rotWithShape="1">
          <a:blip r:embed="rId2">
            <a:alphaModFix/>
          </a:blip>
          <a:srcRect/>
          <a:stretch/>
        </p:blipFill>
        <p:spPr>
          <a:xfrm>
            <a:off x="259199" y="256499"/>
            <a:ext cx="6387688" cy="4589999"/>
          </a:xfrm>
          <a:prstGeom prst="rect">
            <a:avLst/>
          </a:prstGeom>
          <a:noFill/>
          <a:ln>
            <a:noFill/>
          </a:ln>
        </p:spPr>
      </p:pic>
      <p:sp>
        <p:nvSpPr>
          <p:cNvPr id="129" name="Google Shape;129;p27"/>
          <p:cNvSpPr>
            <a:spLocks noGrp="1"/>
          </p:cNvSpPr>
          <p:nvPr>
            <p:ph type="pic" idx="2"/>
          </p:nvPr>
        </p:nvSpPr>
        <p:spPr>
          <a:xfrm>
            <a:off x="259200" y="256500"/>
            <a:ext cx="5883300" cy="4588800"/>
          </a:xfrm>
          <a:prstGeom prst="rect">
            <a:avLst/>
          </a:prstGeom>
          <a:noFill/>
          <a:ln>
            <a:noFill/>
          </a:ln>
        </p:spPr>
      </p:sp>
      <p:sp>
        <p:nvSpPr>
          <p:cNvPr id="130" name="Google Shape;130;p27"/>
          <p:cNvSpPr/>
          <p:nvPr/>
        </p:nvSpPr>
        <p:spPr>
          <a:xfrm>
            <a:off x="6142428" y="256500"/>
            <a:ext cx="2750100" cy="4588800"/>
          </a:xfrm>
          <a:prstGeom prst="rect">
            <a:avLst/>
          </a:prstGeom>
          <a:solidFill>
            <a:schemeClr val="l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27"/>
          <p:cNvSpPr txBox="1">
            <a:spLocks noGrp="1"/>
          </p:cNvSpPr>
          <p:nvPr>
            <p:ph type="body" idx="1"/>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pic>
        <p:nvPicPr>
          <p:cNvPr id="132" name="Google Shape;132;p27"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133" name="Google Shape;133;p27"/>
          <p:cNvSpPr txBox="1">
            <a:spLocks noGrp="1"/>
          </p:cNvSpPr>
          <p:nvPr>
            <p:ph type="body" idx="3"/>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_Dark Mode">
  <p:cSld name="Title and Content_Dark Mode">
    <p:bg>
      <p:bgPr>
        <a:solidFill>
          <a:schemeClr val="lt2"/>
        </a:solidFill>
        <a:effectLst/>
      </p:bgPr>
    </p:bg>
    <p:spTree>
      <p:nvGrpSpPr>
        <p:cNvPr id="1" name="Shape 134"/>
        <p:cNvGrpSpPr/>
        <p:nvPr/>
      </p:nvGrpSpPr>
      <p:grpSpPr>
        <a:xfrm>
          <a:off x="0" y="0"/>
          <a:ext cx="0" cy="0"/>
          <a:chOff x="0" y="0"/>
          <a:chExt cx="0" cy="0"/>
        </a:xfrm>
      </p:grpSpPr>
      <p:sp>
        <p:nvSpPr>
          <p:cNvPr id="135" name="Google Shape;135;p28"/>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120000"/>
              </a:lnSpc>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8"/>
          <p:cNvSpPr txBox="1">
            <a:spLocks noGrp="1"/>
          </p:cNvSpPr>
          <p:nvPr>
            <p:ph type="body" idx="1"/>
          </p:nvPr>
        </p:nvSpPr>
        <p:spPr>
          <a:xfrm>
            <a:off x="259201" y="1402691"/>
            <a:ext cx="8625600" cy="3204900"/>
          </a:xfrm>
          <a:prstGeom prst="rect">
            <a:avLst/>
          </a:prstGeom>
          <a:noFill/>
          <a:ln>
            <a:noFill/>
          </a:ln>
        </p:spPr>
        <p:txBody>
          <a:bodyPr spcFirstLastPara="1" wrap="square" lIns="0" tIns="0" rIns="0" bIns="0" anchor="t" anchorCtr="0">
            <a:noAutofit/>
          </a:bodyPr>
          <a:lstStyle>
            <a:lvl1pPr marL="457200" lvl="0" indent="-228600" algn="l">
              <a:lnSpc>
                <a:spcPct val="109090"/>
              </a:lnSpc>
              <a:spcBef>
                <a:spcPts val="0"/>
              </a:spcBef>
              <a:spcAft>
                <a:spcPts val="0"/>
              </a:spcAft>
              <a:buClr>
                <a:schemeClr val="lt1"/>
              </a:buClr>
              <a:buSzPts val="1700"/>
              <a:buNone/>
              <a:defRPr>
                <a:solidFill>
                  <a:schemeClr val="lt1"/>
                </a:solidFill>
              </a:defRPr>
            </a:lvl1pPr>
            <a:lvl2pPr marL="914400" lvl="1" indent="-228600" algn="l">
              <a:lnSpc>
                <a:spcPct val="109090"/>
              </a:lnSpc>
              <a:spcBef>
                <a:spcPts val="500"/>
              </a:spcBef>
              <a:spcAft>
                <a:spcPts val="0"/>
              </a:spcAft>
              <a:buSzPts val="1700"/>
              <a:buFont typeface="Arial"/>
              <a:buNone/>
              <a:defRPr>
                <a:solidFill>
                  <a:schemeClr val="lt1"/>
                </a:solidFill>
              </a:defRPr>
            </a:lvl2pPr>
            <a:lvl3pPr marL="1371600" lvl="2" indent="-342900" algn="l">
              <a:lnSpc>
                <a:spcPct val="108333"/>
              </a:lnSpc>
              <a:spcBef>
                <a:spcPts val="500"/>
              </a:spcBef>
              <a:spcAft>
                <a:spcPts val="0"/>
              </a:spcAft>
              <a:buSzPts val="1800"/>
              <a:buChar char="•"/>
              <a:defRPr>
                <a:solidFill>
                  <a:schemeClr val="lt1"/>
                </a:solidFill>
              </a:defRPr>
            </a:lvl3pPr>
            <a:lvl4pPr marL="1828800" lvl="3" indent="-336550" algn="l">
              <a:lnSpc>
                <a:spcPct val="109090"/>
              </a:lnSpc>
              <a:spcBef>
                <a:spcPts val="500"/>
              </a:spcBef>
              <a:spcAft>
                <a:spcPts val="0"/>
              </a:spcAft>
              <a:buClr>
                <a:schemeClr val="lt1"/>
              </a:buClr>
              <a:buSzPts val="1700"/>
              <a:buChar char="‒"/>
              <a:defRPr>
                <a:solidFill>
                  <a:schemeClr val="lt1"/>
                </a:solidFill>
              </a:defRPr>
            </a:lvl4pPr>
            <a:lvl5pPr marL="2286000" lvl="4" indent="-336550" algn="l">
              <a:lnSpc>
                <a:spcPct val="109090"/>
              </a:lnSpc>
              <a:spcBef>
                <a:spcPts val="500"/>
              </a:spcBef>
              <a:spcAft>
                <a:spcPts val="0"/>
              </a:spcAft>
              <a:buClr>
                <a:schemeClr val="lt1"/>
              </a:buClr>
              <a:buSzPts val="1700"/>
              <a:buChar char="‒"/>
              <a:defRPr>
                <a:solidFill>
                  <a:schemeClr val="lt1"/>
                </a:solidFill>
              </a:defRPr>
            </a:lvl5pPr>
            <a:lvl6pPr marL="2743200" lvl="5" indent="-336550" algn="l">
              <a:lnSpc>
                <a:spcPct val="109090"/>
              </a:lnSpc>
              <a:spcBef>
                <a:spcPts val="500"/>
              </a:spcBef>
              <a:spcAft>
                <a:spcPts val="0"/>
              </a:spcAft>
              <a:buClr>
                <a:schemeClr val="lt1"/>
              </a:buClr>
              <a:buSzPts val="1700"/>
              <a:buChar char="‒"/>
              <a:defRPr>
                <a:solidFill>
                  <a:schemeClr val="lt1"/>
                </a:solidFill>
              </a:defRPr>
            </a:lvl6pPr>
            <a:lvl7pPr marL="3200400" lvl="6" indent="-336550" algn="l">
              <a:lnSpc>
                <a:spcPct val="109090"/>
              </a:lnSpc>
              <a:spcBef>
                <a:spcPts val="500"/>
              </a:spcBef>
              <a:spcAft>
                <a:spcPts val="0"/>
              </a:spcAft>
              <a:buClr>
                <a:schemeClr val="lt1"/>
              </a:buClr>
              <a:buSzPts val="1700"/>
              <a:buChar char="‒"/>
              <a:defRPr>
                <a:solidFill>
                  <a:schemeClr val="lt1"/>
                </a:solidFill>
              </a:defRPr>
            </a:lvl7pPr>
            <a:lvl8pPr marL="3657600" lvl="7" indent="-336550" algn="l">
              <a:lnSpc>
                <a:spcPct val="109090"/>
              </a:lnSpc>
              <a:spcBef>
                <a:spcPts val="500"/>
              </a:spcBef>
              <a:spcAft>
                <a:spcPts val="0"/>
              </a:spcAft>
              <a:buClr>
                <a:schemeClr val="lt1"/>
              </a:buClr>
              <a:buSzPts val="1700"/>
              <a:buChar char="‒"/>
              <a:defRPr>
                <a:solidFill>
                  <a:schemeClr val="lt1"/>
                </a:solidFill>
              </a:defRPr>
            </a:lvl8pPr>
            <a:lvl9pPr marL="4114800" lvl="8" indent="-336550" algn="l">
              <a:lnSpc>
                <a:spcPct val="109090"/>
              </a:lnSpc>
              <a:spcBef>
                <a:spcPts val="500"/>
              </a:spcBef>
              <a:spcAft>
                <a:spcPts val="500"/>
              </a:spcAft>
              <a:buClr>
                <a:schemeClr val="lt1"/>
              </a:buClr>
              <a:buSzPts val="1700"/>
              <a:buChar char="‒"/>
              <a:defRPr>
                <a:solidFill>
                  <a:schemeClr val="lt1"/>
                </a:solidFill>
              </a:defRPr>
            </a:lvl9pPr>
          </a:lstStyle>
          <a:p>
            <a:endParaRPr/>
          </a:p>
        </p:txBody>
      </p:sp>
      <p:sp>
        <p:nvSpPr>
          <p:cNvPr id="137" name="Google Shape;137;p28"/>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sz="800" b="1">
                <a:solidFill>
                  <a:schemeClr val="lt1"/>
                </a:solidFill>
                <a:latin typeface="Arial"/>
                <a:ea typeface="Arial"/>
                <a:cs typeface="Arial"/>
                <a:sym typeface="Arial"/>
              </a:defRPr>
            </a:lvl1pPr>
            <a:lvl2pPr marL="0" lvl="1" indent="0" algn="r">
              <a:lnSpc>
                <a:spcPct val="120000"/>
              </a:lnSpc>
              <a:spcBef>
                <a:spcPts val="0"/>
              </a:spcBef>
              <a:buNone/>
              <a:defRPr sz="800" b="1">
                <a:solidFill>
                  <a:schemeClr val="lt1"/>
                </a:solidFill>
                <a:latin typeface="Arial"/>
                <a:ea typeface="Arial"/>
                <a:cs typeface="Arial"/>
                <a:sym typeface="Arial"/>
              </a:defRPr>
            </a:lvl2pPr>
            <a:lvl3pPr marL="0" lvl="2" indent="0" algn="r">
              <a:lnSpc>
                <a:spcPct val="120000"/>
              </a:lnSpc>
              <a:spcBef>
                <a:spcPts val="0"/>
              </a:spcBef>
              <a:buNone/>
              <a:defRPr sz="800" b="1">
                <a:solidFill>
                  <a:schemeClr val="lt1"/>
                </a:solidFill>
                <a:latin typeface="Arial"/>
                <a:ea typeface="Arial"/>
                <a:cs typeface="Arial"/>
                <a:sym typeface="Arial"/>
              </a:defRPr>
            </a:lvl3pPr>
            <a:lvl4pPr marL="0" lvl="3" indent="0" algn="r">
              <a:lnSpc>
                <a:spcPct val="120000"/>
              </a:lnSpc>
              <a:spcBef>
                <a:spcPts val="0"/>
              </a:spcBef>
              <a:buNone/>
              <a:defRPr sz="800" b="1">
                <a:solidFill>
                  <a:schemeClr val="lt1"/>
                </a:solidFill>
                <a:latin typeface="Arial"/>
                <a:ea typeface="Arial"/>
                <a:cs typeface="Arial"/>
                <a:sym typeface="Arial"/>
              </a:defRPr>
            </a:lvl4pPr>
            <a:lvl5pPr marL="0" lvl="4" indent="0" algn="r">
              <a:lnSpc>
                <a:spcPct val="120000"/>
              </a:lnSpc>
              <a:spcBef>
                <a:spcPts val="0"/>
              </a:spcBef>
              <a:buNone/>
              <a:defRPr sz="800" b="1">
                <a:solidFill>
                  <a:schemeClr val="lt1"/>
                </a:solidFill>
                <a:latin typeface="Arial"/>
                <a:ea typeface="Arial"/>
                <a:cs typeface="Arial"/>
                <a:sym typeface="Arial"/>
              </a:defRPr>
            </a:lvl5pPr>
            <a:lvl6pPr marL="0" lvl="5" indent="0" algn="r">
              <a:lnSpc>
                <a:spcPct val="120000"/>
              </a:lnSpc>
              <a:spcBef>
                <a:spcPts val="0"/>
              </a:spcBef>
              <a:buNone/>
              <a:defRPr sz="800" b="1">
                <a:solidFill>
                  <a:schemeClr val="lt1"/>
                </a:solidFill>
                <a:latin typeface="Arial"/>
                <a:ea typeface="Arial"/>
                <a:cs typeface="Arial"/>
                <a:sym typeface="Arial"/>
              </a:defRPr>
            </a:lvl6pPr>
            <a:lvl7pPr marL="0" lvl="6" indent="0" algn="r">
              <a:lnSpc>
                <a:spcPct val="120000"/>
              </a:lnSpc>
              <a:spcBef>
                <a:spcPts val="0"/>
              </a:spcBef>
              <a:buNone/>
              <a:defRPr sz="800" b="1">
                <a:solidFill>
                  <a:schemeClr val="lt1"/>
                </a:solidFill>
                <a:latin typeface="Arial"/>
                <a:ea typeface="Arial"/>
                <a:cs typeface="Arial"/>
                <a:sym typeface="Arial"/>
              </a:defRPr>
            </a:lvl7pPr>
            <a:lvl8pPr marL="0" lvl="7" indent="0" algn="r">
              <a:lnSpc>
                <a:spcPct val="120000"/>
              </a:lnSpc>
              <a:spcBef>
                <a:spcPts val="0"/>
              </a:spcBef>
              <a:buNone/>
              <a:defRPr sz="800" b="1">
                <a:solidFill>
                  <a:schemeClr val="lt1"/>
                </a:solidFill>
                <a:latin typeface="Arial"/>
                <a:ea typeface="Arial"/>
                <a:cs typeface="Arial"/>
                <a:sym typeface="Arial"/>
              </a:defRPr>
            </a:lvl8pPr>
            <a:lvl9pPr marL="0" lvl="8" indent="0" algn="r">
              <a:lnSpc>
                <a:spcPct val="120000"/>
              </a:lnSpc>
              <a:spcBef>
                <a:spcPts val="0"/>
              </a:spcBef>
              <a:buNone/>
              <a:defRPr sz="800" b="1">
                <a:solidFill>
                  <a:schemeClr val="lt1"/>
                </a:solidFill>
                <a:latin typeface="Arial"/>
                <a:ea typeface="Arial"/>
                <a:cs typeface="Arial"/>
                <a:sym typeface="Arial"/>
              </a:defRPr>
            </a:lvl9pPr>
          </a:lstStyle>
          <a:p>
            <a:pPr marL="0" lvl="0" indent="0" algn="r" rtl="0">
              <a:spcBef>
                <a:spcPts val="0"/>
              </a:spcBef>
              <a:spcAft>
                <a:spcPts val="0"/>
              </a:spcAft>
              <a:buNone/>
            </a:pPr>
            <a:r>
              <a:rPr lang="zh-CN"/>
              <a:t>Page [</a:t>
            </a:r>
            <a:fld id="{00000000-1234-1234-1234-123412341234}" type="slidenum">
              <a:rPr lang="en-US" altLang="zh-CN"/>
              <a:t>‹#›</a:t>
            </a:fld>
            <a:r>
              <a:rPr lang="zh-CN"/>
              <a:t>]</a:t>
            </a:r>
            <a:endParaRPr>
              <a:solidFill>
                <a:schemeClr val="lt2"/>
              </a:solidFill>
            </a:endParaRPr>
          </a:p>
        </p:txBody>
      </p:sp>
      <p:sp>
        <p:nvSpPr>
          <p:cNvPr id="138" name="Google Shape;138;p28"/>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111111"/>
              </a:lnSpc>
              <a:spcBef>
                <a:spcPts val="0"/>
              </a:spcBef>
              <a:spcAft>
                <a:spcPts val="0"/>
              </a:spcAft>
              <a:buClr>
                <a:schemeClr val="lt1"/>
              </a:buClr>
              <a:buSzPts val="2700"/>
              <a:buFont typeface="Arial"/>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ideo and Presenter">
  <p:cSld name="Video and Presenter">
    <p:bg>
      <p:bgPr>
        <a:solidFill>
          <a:schemeClr val="lt1"/>
        </a:solidFill>
        <a:effectLst/>
      </p:bgPr>
    </p:bg>
    <p:spTree>
      <p:nvGrpSpPr>
        <p:cNvPr id="1" name="Shape 139"/>
        <p:cNvGrpSpPr/>
        <p:nvPr/>
      </p:nvGrpSpPr>
      <p:grpSpPr>
        <a:xfrm>
          <a:off x="0" y="0"/>
          <a:ext cx="0" cy="0"/>
          <a:chOff x="0" y="0"/>
          <a:chExt cx="0" cy="0"/>
        </a:xfrm>
      </p:grpSpPr>
      <p:sp>
        <p:nvSpPr>
          <p:cNvPr id="140" name="Google Shape;140;p29"/>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120000"/>
              </a:lnSpc>
              <a:spcBef>
                <a:spcPts val="0"/>
              </a:spcBef>
              <a:spcAft>
                <a:spcPts val="0"/>
              </a:spcAft>
              <a:buSzPts val="1100"/>
              <a:buNone/>
              <a:defRPr>
                <a:solidFill>
                  <a:schemeClr val="lt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1" name="Google Shape;141;p29"/>
          <p:cNvSpPr txBox="1">
            <a:spLocks noGrp="1"/>
          </p:cNvSpPr>
          <p:nvPr>
            <p:ph type="body" idx="1"/>
          </p:nvPr>
        </p:nvSpPr>
        <p:spPr>
          <a:xfrm>
            <a:off x="259201" y="1255354"/>
            <a:ext cx="5553900" cy="3350700"/>
          </a:xfrm>
          <a:prstGeom prst="rect">
            <a:avLst/>
          </a:prstGeom>
          <a:noFill/>
          <a:ln>
            <a:noFill/>
          </a:ln>
        </p:spPr>
        <p:txBody>
          <a:bodyPr spcFirstLastPara="1" wrap="square" lIns="0" tIns="0" rIns="0" bIns="0" anchor="t" anchorCtr="0">
            <a:noAutofit/>
          </a:bodyPr>
          <a:lstStyle>
            <a:lvl1pPr marL="457200" lvl="0" indent="-228600" algn="l">
              <a:lnSpc>
                <a:spcPct val="109090"/>
              </a:lnSpc>
              <a:spcBef>
                <a:spcPts val="0"/>
              </a:spcBef>
              <a:spcAft>
                <a:spcPts val="0"/>
              </a:spcAft>
              <a:buClr>
                <a:schemeClr val="lt2"/>
              </a:buClr>
              <a:buSzPts val="1700"/>
              <a:buNone/>
              <a:defRPr>
                <a:solidFill>
                  <a:schemeClr val="lt2"/>
                </a:solidFill>
              </a:defRPr>
            </a:lvl1pPr>
            <a:lvl2pPr marL="914400" lvl="1" indent="-228600" algn="l">
              <a:lnSpc>
                <a:spcPct val="109090"/>
              </a:lnSpc>
              <a:spcBef>
                <a:spcPts val="500"/>
              </a:spcBef>
              <a:spcAft>
                <a:spcPts val="0"/>
              </a:spcAft>
              <a:buSzPts val="1700"/>
              <a:buFont typeface="Arial"/>
              <a:buNone/>
              <a:defRPr>
                <a:solidFill>
                  <a:schemeClr val="lt2"/>
                </a:solidFill>
              </a:defRPr>
            </a:lvl2pPr>
            <a:lvl3pPr marL="1371600" lvl="2" indent="-342900" algn="l">
              <a:lnSpc>
                <a:spcPct val="108333"/>
              </a:lnSpc>
              <a:spcBef>
                <a:spcPts val="500"/>
              </a:spcBef>
              <a:spcAft>
                <a:spcPts val="0"/>
              </a:spcAft>
              <a:buSzPts val="1800"/>
              <a:buChar char="•"/>
              <a:defRPr>
                <a:solidFill>
                  <a:schemeClr val="lt2"/>
                </a:solidFill>
              </a:defRPr>
            </a:lvl3pPr>
            <a:lvl4pPr marL="1828800" lvl="3" indent="-336550" algn="l">
              <a:lnSpc>
                <a:spcPct val="109090"/>
              </a:lnSpc>
              <a:spcBef>
                <a:spcPts val="500"/>
              </a:spcBef>
              <a:spcAft>
                <a:spcPts val="0"/>
              </a:spcAft>
              <a:buSzPts val="1700"/>
              <a:buChar char="‒"/>
              <a:defRPr>
                <a:solidFill>
                  <a:schemeClr val="lt2"/>
                </a:solidFill>
              </a:defRPr>
            </a:lvl4pPr>
            <a:lvl5pPr marL="2286000" lvl="4" indent="-336550" algn="l">
              <a:lnSpc>
                <a:spcPct val="109090"/>
              </a:lnSpc>
              <a:spcBef>
                <a:spcPts val="500"/>
              </a:spcBef>
              <a:spcAft>
                <a:spcPts val="0"/>
              </a:spcAft>
              <a:buSzPts val="1700"/>
              <a:buChar char="‒"/>
              <a:defRPr>
                <a:solidFill>
                  <a:schemeClr val="lt2"/>
                </a:solidFill>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142" name="Google Shape;142;p29"/>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111111"/>
              </a:lnSpc>
              <a:spcBef>
                <a:spcPts val="0"/>
              </a:spcBef>
              <a:spcAft>
                <a:spcPts val="0"/>
              </a:spcAft>
              <a:buClr>
                <a:schemeClr val="lt2"/>
              </a:buClr>
              <a:buSzPts val="2700"/>
              <a:buFont typeface="Arial"/>
              <a:buNone/>
              <a:defRPr>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3" name="Google Shape;143;p29"/>
          <p:cNvSpPr>
            <a:spLocks noGrp="1"/>
          </p:cNvSpPr>
          <p:nvPr>
            <p:ph type="pic" idx="2"/>
          </p:nvPr>
        </p:nvSpPr>
        <p:spPr>
          <a:xfrm>
            <a:off x="6030163" y="1255354"/>
            <a:ext cx="2854500" cy="3350700"/>
          </a:xfrm>
          <a:prstGeom prst="rect">
            <a:avLst/>
          </a:prstGeom>
          <a:noFill/>
          <a:ln>
            <a:noFill/>
          </a:ln>
        </p:spPr>
      </p:sp>
      <p:sp>
        <p:nvSpPr>
          <p:cNvPr id="144" name="Google Shape;144;p29"/>
          <p:cNvSpPr txBox="1"/>
          <p:nvPr/>
        </p:nvSpPr>
        <p:spPr>
          <a:xfrm>
            <a:off x="3525634" y="4874478"/>
            <a:ext cx="5359200" cy="27090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zh-CN" sz="800">
                <a:solidFill>
                  <a:schemeClr val="dk1"/>
                </a:solidFill>
                <a:latin typeface="Arial"/>
                <a:ea typeface="Arial"/>
                <a:cs typeface="Arial"/>
                <a:sym typeface="Arial"/>
              </a:rPr>
              <a:t>(c) The University of Melbourne &lt;insert year&gt; This content is protected and may not be shared, uploaded, or distributed.</a:t>
            </a:r>
            <a:endParaRPr sz="110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_Small Font">
  <p:cSld name="Title and Content_Small Font">
    <p:spTree>
      <p:nvGrpSpPr>
        <p:cNvPr id="1" name="Shape 145"/>
        <p:cNvGrpSpPr/>
        <p:nvPr/>
      </p:nvGrpSpPr>
      <p:grpSpPr>
        <a:xfrm>
          <a:off x="0" y="0"/>
          <a:ext cx="0" cy="0"/>
          <a:chOff x="0" y="0"/>
          <a:chExt cx="0" cy="0"/>
        </a:xfrm>
      </p:grpSpPr>
      <p:sp>
        <p:nvSpPr>
          <p:cNvPr id="146" name="Google Shape;146;p30"/>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7" name="Google Shape;147;p30"/>
          <p:cNvSpPr txBox="1">
            <a:spLocks noGrp="1"/>
          </p:cNvSpPr>
          <p:nvPr>
            <p:ph type="body" idx="1"/>
          </p:nvPr>
        </p:nvSpPr>
        <p:spPr>
          <a:xfrm>
            <a:off x="259201" y="1402691"/>
            <a:ext cx="86256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
        <p:nvSpPr>
          <p:cNvPr id="148" name="Google Shape;148;p30"/>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149" name="Google Shape;149;p30"/>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and Image_Small Font">
  <p:cSld name="Title, Content and Image_Small Font">
    <p:spTree>
      <p:nvGrpSpPr>
        <p:cNvPr id="1" name="Shape 150"/>
        <p:cNvGrpSpPr/>
        <p:nvPr/>
      </p:nvGrpSpPr>
      <p:grpSpPr>
        <a:xfrm>
          <a:off x="0" y="0"/>
          <a:ext cx="0" cy="0"/>
          <a:chOff x="0" y="0"/>
          <a:chExt cx="0" cy="0"/>
        </a:xfrm>
      </p:grpSpPr>
      <p:sp>
        <p:nvSpPr>
          <p:cNvPr id="151" name="Google Shape;151;p31"/>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2" name="Google Shape;152;p31"/>
          <p:cNvSpPr txBox="1">
            <a:spLocks noGrp="1"/>
          </p:cNvSpPr>
          <p:nvPr>
            <p:ph type="body" idx="1"/>
          </p:nvPr>
        </p:nvSpPr>
        <p:spPr>
          <a:xfrm>
            <a:off x="259201" y="1402691"/>
            <a:ext cx="42201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
        <p:nvSpPr>
          <p:cNvPr id="153" name="Google Shape;153;p31"/>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154" name="Google Shape;154;p31"/>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5" name="Google Shape;155;p31"/>
          <p:cNvSpPr>
            <a:spLocks noGrp="1"/>
          </p:cNvSpPr>
          <p:nvPr>
            <p:ph type="pic" idx="2"/>
          </p:nvPr>
        </p:nvSpPr>
        <p:spPr>
          <a:xfrm>
            <a:off x="4664699" y="1402556"/>
            <a:ext cx="4220100" cy="3204900"/>
          </a:xfrm>
          <a:prstGeom prst="rect">
            <a:avLst/>
          </a:prstGeom>
          <a:noFill/>
          <a:ln>
            <a:noFill/>
          </a:ln>
        </p:spPr>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harts">
  <p:cSld name="Title and Two Charts">
    <p:spTree>
      <p:nvGrpSpPr>
        <p:cNvPr id="1" name="Shape 156"/>
        <p:cNvGrpSpPr/>
        <p:nvPr/>
      </p:nvGrpSpPr>
      <p:grpSpPr>
        <a:xfrm>
          <a:off x="0" y="0"/>
          <a:ext cx="0" cy="0"/>
          <a:chOff x="0" y="0"/>
          <a:chExt cx="0" cy="0"/>
        </a:xfrm>
      </p:grpSpPr>
      <p:sp>
        <p:nvSpPr>
          <p:cNvPr id="157" name="Google Shape;157;p32"/>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8" name="Google Shape;158;p32"/>
          <p:cNvSpPr txBox="1">
            <a:spLocks noGrp="1"/>
          </p:cNvSpPr>
          <p:nvPr>
            <p:ph type="body" idx="1"/>
          </p:nvPr>
        </p:nvSpPr>
        <p:spPr>
          <a:xfrm>
            <a:off x="259200" y="1402691"/>
            <a:ext cx="4220100" cy="2907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159" name="Google Shape;159;p32"/>
          <p:cNvSpPr txBox="1">
            <a:spLocks noGrp="1"/>
          </p:cNvSpPr>
          <p:nvPr>
            <p:ph type="body" idx="2"/>
          </p:nvPr>
        </p:nvSpPr>
        <p:spPr>
          <a:xfrm>
            <a:off x="4668041" y="1402691"/>
            <a:ext cx="4216800" cy="2916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160" name="Google Shape;160;p32"/>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161" name="Google Shape;161;p32"/>
          <p:cNvSpPr>
            <a:spLocks noGrp="1"/>
          </p:cNvSpPr>
          <p:nvPr>
            <p:ph type="chart" idx="3"/>
          </p:nvPr>
        </p:nvSpPr>
        <p:spPr>
          <a:xfrm>
            <a:off x="259200" y="1930429"/>
            <a:ext cx="4219800" cy="2160300"/>
          </a:xfrm>
          <a:prstGeom prst="rect">
            <a:avLst/>
          </a:prstGeom>
          <a:noFill/>
          <a:ln>
            <a:noFill/>
          </a:ln>
        </p:spPr>
        <p:txBody>
          <a:bodyPr spcFirstLastPara="1" wrap="square" lIns="0" tIns="0" rIns="0" bIns="0" anchor="ctr" anchorCtr="0">
            <a:noAutofit/>
          </a:bodyPr>
          <a:lstStyle>
            <a:lvl1pPr marR="0" lvl="0" algn="ctr" rtl="0">
              <a:lnSpc>
                <a:spcPct val="109090"/>
              </a:lnSpc>
              <a:spcBef>
                <a:spcPts val="0"/>
              </a:spcBef>
              <a:spcAft>
                <a:spcPts val="0"/>
              </a:spcAft>
              <a:buClr>
                <a:schemeClr val="lt2"/>
              </a:buClr>
              <a:buSzPts val="1700"/>
              <a:buFont typeface="Arial"/>
              <a:buNone/>
              <a:defRPr sz="1700" b="1" i="0" u="none" strike="noStrike" cap="none">
                <a:solidFill>
                  <a:schemeClr val="lt2"/>
                </a:solidFill>
                <a:latin typeface="Arial"/>
                <a:ea typeface="Arial"/>
                <a:cs typeface="Arial"/>
                <a:sym typeface="Arial"/>
              </a:defRPr>
            </a:lvl1pPr>
            <a:lvl2pPr marR="0" lvl="1" algn="l" rtl="0">
              <a:lnSpc>
                <a:spcPct val="109090"/>
              </a:lnSpc>
              <a:spcBef>
                <a:spcPts val="500"/>
              </a:spcBef>
              <a:spcAft>
                <a:spcPts val="0"/>
              </a:spcAft>
              <a:buClr>
                <a:schemeClr val="accent1"/>
              </a:buClr>
              <a:buSzPts val="1700"/>
              <a:buFont typeface="Arial"/>
              <a:buNone/>
              <a:defRPr sz="1700" b="0" i="0" u="none" strike="noStrike" cap="none">
                <a:solidFill>
                  <a:schemeClr val="lt2"/>
                </a:solidFill>
                <a:latin typeface="Arial"/>
                <a:ea typeface="Arial"/>
                <a:cs typeface="Arial"/>
                <a:sym typeface="Arial"/>
              </a:defRPr>
            </a:lvl2pPr>
            <a:lvl3pPr marR="0" lvl="2" algn="l" rtl="0">
              <a:lnSpc>
                <a:spcPct val="108333"/>
              </a:lnSpc>
              <a:spcBef>
                <a:spcPts val="500"/>
              </a:spcBef>
              <a:spcAft>
                <a:spcPts val="0"/>
              </a:spcAft>
              <a:buClr>
                <a:srgbClr val="2C421D"/>
              </a:buClr>
              <a:buSzPts val="1800"/>
              <a:buFont typeface="Arial"/>
              <a:buChar char="•"/>
              <a:defRPr sz="1800" b="0" i="0" u="none" strike="noStrike" cap="none">
                <a:solidFill>
                  <a:schemeClr val="lt2"/>
                </a:solidFill>
                <a:latin typeface="Arial"/>
                <a:ea typeface="Arial"/>
                <a:cs typeface="Arial"/>
                <a:sym typeface="Arial"/>
              </a:defRPr>
            </a:lvl3pPr>
            <a:lvl4pPr marR="0" lvl="3"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4pPr>
            <a:lvl5pPr marR="0" lvl="4"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5pPr>
            <a:lvl6pPr marR="0" lvl="5"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6pPr>
            <a:lvl7pPr marR="0" lvl="6"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7pPr>
            <a:lvl8pPr marR="0" lvl="7"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8pPr>
            <a:lvl9pPr marR="0" lvl="8" algn="l" rtl="0">
              <a:lnSpc>
                <a:spcPct val="109090"/>
              </a:lnSpc>
              <a:spcBef>
                <a:spcPts val="500"/>
              </a:spcBef>
              <a:spcAft>
                <a:spcPts val="500"/>
              </a:spcAft>
              <a:buClr>
                <a:schemeClr val="accent1"/>
              </a:buClr>
              <a:buSzPts val="1700"/>
              <a:buFont typeface="Arial"/>
              <a:buChar char="‒"/>
              <a:defRPr sz="1700" b="0" i="0" u="none" strike="noStrike" cap="none">
                <a:solidFill>
                  <a:schemeClr val="lt2"/>
                </a:solidFill>
                <a:latin typeface="Arial"/>
                <a:ea typeface="Arial"/>
                <a:cs typeface="Arial"/>
                <a:sym typeface="Arial"/>
              </a:defRPr>
            </a:lvl9pPr>
          </a:lstStyle>
          <a:p>
            <a:endParaRPr/>
          </a:p>
        </p:txBody>
      </p:sp>
      <p:sp>
        <p:nvSpPr>
          <p:cNvPr id="162" name="Google Shape;162;p32"/>
          <p:cNvSpPr>
            <a:spLocks noGrp="1"/>
          </p:cNvSpPr>
          <p:nvPr>
            <p:ph type="chart" idx="4"/>
          </p:nvPr>
        </p:nvSpPr>
        <p:spPr>
          <a:xfrm>
            <a:off x="4667536" y="1930429"/>
            <a:ext cx="4217400" cy="2160300"/>
          </a:xfrm>
          <a:prstGeom prst="rect">
            <a:avLst/>
          </a:prstGeom>
          <a:noFill/>
          <a:ln>
            <a:noFill/>
          </a:ln>
        </p:spPr>
        <p:txBody>
          <a:bodyPr spcFirstLastPara="1" wrap="square" lIns="0" tIns="0" rIns="0" bIns="0" anchor="ctr" anchorCtr="0">
            <a:noAutofit/>
          </a:bodyPr>
          <a:lstStyle>
            <a:lvl1pPr marR="0" lvl="0" algn="ctr" rtl="0">
              <a:lnSpc>
                <a:spcPct val="109090"/>
              </a:lnSpc>
              <a:spcBef>
                <a:spcPts val="0"/>
              </a:spcBef>
              <a:spcAft>
                <a:spcPts val="0"/>
              </a:spcAft>
              <a:buClr>
                <a:schemeClr val="lt2"/>
              </a:buClr>
              <a:buSzPts val="1700"/>
              <a:buFont typeface="Arial"/>
              <a:buNone/>
              <a:defRPr sz="1700" b="1" i="0" u="none" strike="noStrike" cap="none">
                <a:solidFill>
                  <a:schemeClr val="lt2"/>
                </a:solidFill>
                <a:latin typeface="Arial"/>
                <a:ea typeface="Arial"/>
                <a:cs typeface="Arial"/>
                <a:sym typeface="Arial"/>
              </a:defRPr>
            </a:lvl1pPr>
            <a:lvl2pPr marR="0" lvl="1" algn="l" rtl="0">
              <a:lnSpc>
                <a:spcPct val="109090"/>
              </a:lnSpc>
              <a:spcBef>
                <a:spcPts val="500"/>
              </a:spcBef>
              <a:spcAft>
                <a:spcPts val="0"/>
              </a:spcAft>
              <a:buClr>
                <a:schemeClr val="accent1"/>
              </a:buClr>
              <a:buSzPts val="1700"/>
              <a:buFont typeface="Arial"/>
              <a:buNone/>
              <a:defRPr sz="1700" b="0" i="0" u="none" strike="noStrike" cap="none">
                <a:solidFill>
                  <a:schemeClr val="lt2"/>
                </a:solidFill>
                <a:latin typeface="Arial"/>
                <a:ea typeface="Arial"/>
                <a:cs typeface="Arial"/>
                <a:sym typeface="Arial"/>
              </a:defRPr>
            </a:lvl2pPr>
            <a:lvl3pPr marR="0" lvl="2" algn="l" rtl="0">
              <a:lnSpc>
                <a:spcPct val="108333"/>
              </a:lnSpc>
              <a:spcBef>
                <a:spcPts val="500"/>
              </a:spcBef>
              <a:spcAft>
                <a:spcPts val="0"/>
              </a:spcAft>
              <a:buClr>
                <a:srgbClr val="2C421D"/>
              </a:buClr>
              <a:buSzPts val="1800"/>
              <a:buFont typeface="Arial"/>
              <a:buChar char="•"/>
              <a:defRPr sz="1800" b="0" i="0" u="none" strike="noStrike" cap="none">
                <a:solidFill>
                  <a:schemeClr val="lt2"/>
                </a:solidFill>
                <a:latin typeface="Arial"/>
                <a:ea typeface="Arial"/>
                <a:cs typeface="Arial"/>
                <a:sym typeface="Arial"/>
              </a:defRPr>
            </a:lvl3pPr>
            <a:lvl4pPr marR="0" lvl="3"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4pPr>
            <a:lvl5pPr marR="0" lvl="4"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5pPr>
            <a:lvl6pPr marR="0" lvl="5"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6pPr>
            <a:lvl7pPr marR="0" lvl="6"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7pPr>
            <a:lvl8pPr marR="0" lvl="7"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8pPr>
            <a:lvl9pPr marR="0" lvl="8" algn="l" rtl="0">
              <a:lnSpc>
                <a:spcPct val="109090"/>
              </a:lnSpc>
              <a:spcBef>
                <a:spcPts val="500"/>
              </a:spcBef>
              <a:spcAft>
                <a:spcPts val="500"/>
              </a:spcAft>
              <a:buClr>
                <a:schemeClr val="accent1"/>
              </a:buClr>
              <a:buSzPts val="1700"/>
              <a:buFont typeface="Arial"/>
              <a:buChar char="‒"/>
              <a:defRPr sz="1700" b="0" i="0" u="none" strike="noStrike" cap="none">
                <a:solidFill>
                  <a:schemeClr val="lt2"/>
                </a:solidFill>
                <a:latin typeface="Arial"/>
                <a:ea typeface="Arial"/>
                <a:cs typeface="Arial"/>
                <a:sym typeface="Arial"/>
              </a:defRPr>
            </a:lvl9pPr>
          </a:lstStyle>
          <a:p>
            <a:endParaRPr/>
          </a:p>
        </p:txBody>
      </p:sp>
      <p:sp>
        <p:nvSpPr>
          <p:cNvPr id="163" name="Google Shape;163;p32"/>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164"/>
        <p:cNvGrpSpPr/>
        <p:nvPr/>
      </p:nvGrpSpPr>
      <p:grpSpPr>
        <a:xfrm>
          <a:off x="0" y="0"/>
          <a:ext cx="0" cy="0"/>
          <a:chOff x="0" y="0"/>
          <a:chExt cx="0" cy="0"/>
        </a:xfrm>
      </p:grpSpPr>
      <p:sp>
        <p:nvSpPr>
          <p:cNvPr id="165" name="Google Shape;165;p33"/>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6" name="Google Shape;166;p33"/>
          <p:cNvSpPr txBox="1">
            <a:spLocks noGrp="1"/>
          </p:cNvSpPr>
          <p:nvPr>
            <p:ph type="body" idx="1"/>
          </p:nvPr>
        </p:nvSpPr>
        <p:spPr>
          <a:xfrm>
            <a:off x="259200" y="1402691"/>
            <a:ext cx="4220100" cy="32049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167" name="Google Shape;167;p33"/>
          <p:cNvSpPr txBox="1">
            <a:spLocks noGrp="1"/>
          </p:cNvSpPr>
          <p:nvPr>
            <p:ph type="body" idx="2"/>
          </p:nvPr>
        </p:nvSpPr>
        <p:spPr>
          <a:xfrm>
            <a:off x="4668041" y="1402691"/>
            <a:ext cx="4216800" cy="32049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168" name="Google Shape;168;p33"/>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169" name="Google Shape;169;p33"/>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ntent_Small Font">
  <p:cSld name="Title and Three Content_Small Font">
    <p:spTree>
      <p:nvGrpSpPr>
        <p:cNvPr id="1" name="Shape 170"/>
        <p:cNvGrpSpPr/>
        <p:nvPr/>
      </p:nvGrpSpPr>
      <p:grpSpPr>
        <a:xfrm>
          <a:off x="0" y="0"/>
          <a:ext cx="0" cy="0"/>
          <a:chOff x="0" y="0"/>
          <a:chExt cx="0" cy="0"/>
        </a:xfrm>
      </p:grpSpPr>
      <p:sp>
        <p:nvSpPr>
          <p:cNvPr id="171" name="Google Shape;171;p34"/>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2" name="Google Shape;172;p34"/>
          <p:cNvSpPr txBox="1">
            <a:spLocks noGrp="1"/>
          </p:cNvSpPr>
          <p:nvPr>
            <p:ph type="body" idx="1"/>
          </p:nvPr>
        </p:nvSpPr>
        <p:spPr>
          <a:xfrm>
            <a:off x="259201"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
        <p:nvSpPr>
          <p:cNvPr id="173" name="Google Shape;173;p34"/>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
        <p:nvSpPr>
          <p:cNvPr id="174" name="Google Shape;174;p34"/>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5" name="Google Shape;175;p34"/>
          <p:cNvSpPr txBox="1">
            <a:spLocks noGrp="1"/>
          </p:cNvSpPr>
          <p:nvPr>
            <p:ph type="body" idx="2"/>
          </p:nvPr>
        </p:nvSpPr>
        <p:spPr>
          <a:xfrm>
            <a:off x="3222000"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
        <p:nvSpPr>
          <p:cNvPr id="176" name="Google Shape;176;p34"/>
          <p:cNvSpPr txBox="1">
            <a:spLocks noGrp="1"/>
          </p:cNvSpPr>
          <p:nvPr>
            <p:ph type="body" idx="3"/>
          </p:nvPr>
        </p:nvSpPr>
        <p:spPr>
          <a:xfrm>
            <a:off x="6184799" y="1402691"/>
            <a:ext cx="2700000" cy="3204900"/>
          </a:xfrm>
          <a:prstGeom prst="rect">
            <a:avLst/>
          </a:prstGeom>
          <a:noFill/>
          <a:ln>
            <a:noFill/>
          </a:ln>
        </p:spPr>
        <p:txBody>
          <a:bodyPr spcFirstLastPara="1" wrap="square" lIns="0" tIns="0" rIns="0" bIns="0" anchor="t" anchorCtr="0">
            <a:noAutofit/>
          </a:bodyPr>
          <a:lstStyle>
            <a:lvl1pPr marL="457200" lvl="0" indent="-228600" algn="l">
              <a:lnSpc>
                <a:spcPct val="116666"/>
              </a:lnSpc>
              <a:spcBef>
                <a:spcPts val="0"/>
              </a:spcBef>
              <a:spcAft>
                <a:spcPts val="0"/>
              </a:spcAft>
              <a:buClr>
                <a:schemeClr val="lt2"/>
              </a:buClr>
              <a:buSzPts val="900"/>
              <a:buNone/>
              <a:defRPr sz="900"/>
            </a:lvl1pPr>
            <a:lvl2pPr marL="914400" lvl="1" indent="-228600" algn="l">
              <a:lnSpc>
                <a:spcPct val="118181"/>
              </a:lnSpc>
              <a:spcBef>
                <a:spcPts val="500"/>
              </a:spcBef>
              <a:spcAft>
                <a:spcPts val="0"/>
              </a:spcAft>
              <a:buSzPts val="800"/>
              <a:buFont typeface="Arial"/>
              <a:buNone/>
              <a:defRPr sz="800"/>
            </a:lvl2pPr>
            <a:lvl3pPr marL="1371600" lvl="2" indent="-279400" algn="l">
              <a:lnSpc>
                <a:spcPct val="118181"/>
              </a:lnSpc>
              <a:spcBef>
                <a:spcPts val="500"/>
              </a:spcBef>
              <a:spcAft>
                <a:spcPts val="0"/>
              </a:spcAft>
              <a:buSzPts val="800"/>
              <a:buChar char="•"/>
              <a:defRPr sz="800"/>
            </a:lvl3pPr>
            <a:lvl4pPr marL="1828800" lvl="3" indent="-279400" algn="l">
              <a:lnSpc>
                <a:spcPct val="118181"/>
              </a:lnSpc>
              <a:spcBef>
                <a:spcPts val="500"/>
              </a:spcBef>
              <a:spcAft>
                <a:spcPts val="0"/>
              </a:spcAft>
              <a:buSzPts val="800"/>
              <a:buChar char="‒"/>
              <a:defRPr sz="800"/>
            </a:lvl4pPr>
            <a:lvl5pPr marL="2286000" lvl="4" indent="-279400" algn="l">
              <a:lnSpc>
                <a:spcPct val="118181"/>
              </a:lnSpc>
              <a:spcBef>
                <a:spcPts val="500"/>
              </a:spcBef>
              <a:spcAft>
                <a:spcPts val="0"/>
              </a:spcAft>
              <a:buSzPts val="800"/>
              <a:buChar char="‒"/>
              <a:defRPr sz="800"/>
            </a:lvl5pPr>
            <a:lvl6pPr marL="2743200" lvl="5" indent="-279400" algn="l">
              <a:lnSpc>
                <a:spcPct val="118181"/>
              </a:lnSpc>
              <a:spcBef>
                <a:spcPts val="500"/>
              </a:spcBef>
              <a:spcAft>
                <a:spcPts val="0"/>
              </a:spcAft>
              <a:buSzPts val="800"/>
              <a:buChar char="‒"/>
              <a:defRPr sz="800"/>
            </a:lvl6pPr>
            <a:lvl7pPr marL="3200400" lvl="6" indent="-279400" algn="l">
              <a:lnSpc>
                <a:spcPct val="118181"/>
              </a:lnSpc>
              <a:spcBef>
                <a:spcPts val="500"/>
              </a:spcBef>
              <a:spcAft>
                <a:spcPts val="0"/>
              </a:spcAft>
              <a:buSzPts val="800"/>
              <a:buChar char="‒"/>
              <a:defRPr sz="800"/>
            </a:lvl7pPr>
            <a:lvl8pPr marL="3657600" lvl="7" indent="-279400" algn="l">
              <a:lnSpc>
                <a:spcPct val="118181"/>
              </a:lnSpc>
              <a:spcBef>
                <a:spcPts val="500"/>
              </a:spcBef>
              <a:spcAft>
                <a:spcPts val="0"/>
              </a:spcAft>
              <a:buSzPts val="800"/>
              <a:buChar char="‒"/>
              <a:defRPr sz="800"/>
            </a:lvl8pPr>
            <a:lvl9pPr marL="4114800" lvl="8" indent="-279400" algn="l">
              <a:lnSpc>
                <a:spcPct val="118181"/>
              </a:lnSpc>
              <a:spcBef>
                <a:spcPts val="500"/>
              </a:spcBef>
              <a:spcAft>
                <a:spcPts val="500"/>
              </a:spcAft>
              <a:buSzPts val="800"/>
              <a:buChar char="‒"/>
              <a:defRPr sz="800"/>
            </a:lvl9pPr>
          </a:lstStyle>
          <a:p>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hank you_2">
  <p:cSld name="Thank you_2">
    <p:bg>
      <p:bgPr>
        <a:solidFill>
          <a:schemeClr val="lt2"/>
        </a:solidFill>
        <a:effectLst/>
      </p:bgPr>
    </p:bg>
    <p:spTree>
      <p:nvGrpSpPr>
        <p:cNvPr id="1" name="Shape 177"/>
        <p:cNvGrpSpPr/>
        <p:nvPr/>
      </p:nvGrpSpPr>
      <p:grpSpPr>
        <a:xfrm>
          <a:off x="0" y="0"/>
          <a:ext cx="0" cy="0"/>
          <a:chOff x="0" y="0"/>
          <a:chExt cx="0" cy="0"/>
        </a:xfrm>
      </p:grpSpPr>
      <p:sp>
        <p:nvSpPr>
          <p:cNvPr id="178" name="Google Shape;178;p35"/>
          <p:cNvSpPr txBox="1">
            <a:spLocks noGrp="1"/>
          </p:cNvSpPr>
          <p:nvPr>
            <p:ph type="title"/>
          </p:nvPr>
        </p:nvSpPr>
        <p:spPr>
          <a:xfrm>
            <a:off x="259199" y="367259"/>
            <a:ext cx="8625600" cy="651900"/>
          </a:xfrm>
          <a:prstGeom prst="rect">
            <a:avLst/>
          </a:prstGeom>
          <a:noFill/>
          <a:ln>
            <a:noFill/>
          </a:ln>
        </p:spPr>
        <p:txBody>
          <a:bodyPr spcFirstLastPara="1" wrap="square" lIns="0" tIns="0" rIns="0" bIns="0" anchor="t" anchorCtr="0">
            <a:noAutofit/>
          </a:bodyPr>
          <a:lstStyle>
            <a:lvl1pPr lvl="0" algn="ctr">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9" name="Google Shape;179;p35"/>
          <p:cNvSpPr txBox="1">
            <a:spLocks noGrp="1"/>
          </p:cNvSpPr>
          <p:nvPr>
            <p:ph type="body" idx="1"/>
          </p:nvPr>
        </p:nvSpPr>
        <p:spPr>
          <a:xfrm>
            <a:off x="259200" y="4387765"/>
            <a:ext cx="3949200" cy="273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500"/>
              <a:buFont typeface="Arial"/>
              <a:buNone/>
              <a:defRPr sz="1500" b="0">
                <a:solidFill>
                  <a:schemeClr val="lt1"/>
                </a:solidFill>
              </a:defRPr>
            </a:lvl1pPr>
            <a:lvl2pPr marL="914400" lvl="1" indent="-228600" algn="l">
              <a:lnSpc>
                <a:spcPct val="100000"/>
              </a:lnSpc>
              <a:spcBef>
                <a:spcPts val="0"/>
              </a:spcBef>
              <a:spcAft>
                <a:spcPts val="0"/>
              </a:spcAft>
              <a:buSzPts val="1500"/>
              <a:buFont typeface="Arial"/>
              <a:buNone/>
              <a:defRPr sz="1500" b="0">
                <a:solidFill>
                  <a:schemeClr val="lt1"/>
                </a:solidFill>
              </a:defRPr>
            </a:lvl2pPr>
            <a:lvl3pPr marL="1371600" lvl="2" indent="-228600" algn="l">
              <a:lnSpc>
                <a:spcPct val="100000"/>
              </a:lnSpc>
              <a:spcBef>
                <a:spcPts val="0"/>
              </a:spcBef>
              <a:spcAft>
                <a:spcPts val="0"/>
              </a:spcAft>
              <a:buSzPts val="1500"/>
              <a:buFont typeface="Arial"/>
              <a:buNone/>
              <a:defRPr sz="1500" b="0">
                <a:solidFill>
                  <a:schemeClr val="lt1"/>
                </a:solidFill>
              </a:defRPr>
            </a:lvl3pPr>
            <a:lvl4pPr marL="1828800" lvl="3" indent="-228600" algn="l">
              <a:lnSpc>
                <a:spcPct val="100000"/>
              </a:lnSpc>
              <a:spcBef>
                <a:spcPts val="0"/>
              </a:spcBef>
              <a:spcAft>
                <a:spcPts val="0"/>
              </a:spcAft>
              <a:buSzPts val="1500"/>
              <a:buFont typeface="Arial"/>
              <a:buNone/>
              <a:defRPr sz="1500" b="0">
                <a:solidFill>
                  <a:schemeClr val="lt1"/>
                </a:solidFill>
              </a:defRPr>
            </a:lvl4pPr>
            <a:lvl5pPr marL="2286000" lvl="4" indent="-228600" algn="l">
              <a:lnSpc>
                <a:spcPct val="100000"/>
              </a:lnSpc>
              <a:spcBef>
                <a:spcPts val="0"/>
              </a:spcBef>
              <a:spcAft>
                <a:spcPts val="0"/>
              </a:spcAft>
              <a:buSzPts val="1500"/>
              <a:buFont typeface="Arial"/>
              <a:buNone/>
              <a:defRPr sz="1500" b="0">
                <a:solidFill>
                  <a:schemeClr val="lt1"/>
                </a:solidFill>
              </a:defRPr>
            </a:lvl5pPr>
            <a:lvl6pPr marL="2743200" lvl="5" indent="-228600" algn="l">
              <a:lnSpc>
                <a:spcPct val="100000"/>
              </a:lnSpc>
              <a:spcBef>
                <a:spcPts val="0"/>
              </a:spcBef>
              <a:spcAft>
                <a:spcPts val="0"/>
              </a:spcAft>
              <a:buSzPts val="1500"/>
              <a:buFont typeface="Arial"/>
              <a:buNone/>
              <a:defRPr sz="1500" b="0">
                <a:solidFill>
                  <a:schemeClr val="lt1"/>
                </a:solidFill>
              </a:defRPr>
            </a:lvl6pPr>
            <a:lvl7pPr marL="3200400" lvl="6" indent="-228600" algn="l">
              <a:lnSpc>
                <a:spcPct val="100000"/>
              </a:lnSpc>
              <a:spcBef>
                <a:spcPts val="0"/>
              </a:spcBef>
              <a:spcAft>
                <a:spcPts val="0"/>
              </a:spcAft>
              <a:buSzPts val="1500"/>
              <a:buFont typeface="Arial"/>
              <a:buNone/>
              <a:defRPr sz="1500" b="0">
                <a:solidFill>
                  <a:schemeClr val="lt1"/>
                </a:solidFill>
              </a:defRPr>
            </a:lvl7pPr>
            <a:lvl8pPr marL="3657600" lvl="7" indent="-228600" algn="l">
              <a:lnSpc>
                <a:spcPct val="100000"/>
              </a:lnSpc>
              <a:spcBef>
                <a:spcPts val="0"/>
              </a:spcBef>
              <a:spcAft>
                <a:spcPts val="0"/>
              </a:spcAft>
              <a:buSzPts val="1500"/>
              <a:buFont typeface="Arial"/>
              <a:buNone/>
              <a:defRPr sz="1500" b="0">
                <a:solidFill>
                  <a:schemeClr val="lt1"/>
                </a:solidFill>
              </a:defRPr>
            </a:lvl8pPr>
            <a:lvl9pPr marL="4114800" lvl="8" indent="-228600" algn="l">
              <a:lnSpc>
                <a:spcPct val="100000"/>
              </a:lnSpc>
              <a:spcBef>
                <a:spcPts val="0"/>
              </a:spcBef>
              <a:spcAft>
                <a:spcPts val="0"/>
              </a:spcAft>
              <a:buSzPts val="1500"/>
              <a:buFont typeface="Arial"/>
              <a:buNone/>
              <a:defRPr sz="1500" b="0">
                <a:solidFill>
                  <a:schemeClr val="lt1"/>
                </a:solidFill>
              </a:defRPr>
            </a:lvl9pPr>
          </a:lstStyle>
          <a:p>
            <a:endParaRPr/>
          </a:p>
        </p:txBody>
      </p:sp>
      <p:sp>
        <p:nvSpPr>
          <p:cNvPr id="180" name="Google Shape;180;p35"/>
          <p:cNvSpPr txBox="1">
            <a:spLocks noGrp="1"/>
          </p:cNvSpPr>
          <p:nvPr>
            <p:ph type="body" idx="2"/>
          </p:nvPr>
        </p:nvSpPr>
        <p:spPr>
          <a:xfrm>
            <a:off x="3509225" y="1699564"/>
            <a:ext cx="1788900" cy="1744500"/>
          </a:xfrm>
          <a:prstGeom prst="rect">
            <a:avLst/>
          </a:prstGeom>
          <a:noFill/>
          <a:ln>
            <a:noFill/>
          </a:ln>
        </p:spPr>
        <p:txBody>
          <a:bodyPr spcFirstLastPara="1" wrap="square" lIns="0" tIns="0" rIns="0" bIns="0" anchor="t" anchorCtr="0">
            <a:noAutofit/>
          </a:bodyPr>
          <a:lstStyle>
            <a:lvl1pPr marL="457200" lvl="0" indent="-228600" algn="l">
              <a:lnSpc>
                <a:spcPct val="109090"/>
              </a:lnSpc>
              <a:spcBef>
                <a:spcPts val="0"/>
              </a:spcBef>
              <a:spcAft>
                <a:spcPts val="0"/>
              </a:spcAft>
              <a:buClr>
                <a:schemeClr val="lt1"/>
              </a:buClr>
              <a:buSzPts val="1700"/>
              <a:buNone/>
              <a:defRPr>
                <a:solidFill>
                  <a:schemeClr val="lt1"/>
                </a:solidFill>
              </a:defRPr>
            </a:lvl1pPr>
            <a:lvl2pPr marL="914400" lvl="1" indent="-228600" algn="l">
              <a:lnSpc>
                <a:spcPct val="109090"/>
              </a:lnSpc>
              <a:spcBef>
                <a:spcPts val="500"/>
              </a:spcBef>
              <a:spcAft>
                <a:spcPts val="0"/>
              </a:spcAft>
              <a:buSzPts val="1700"/>
              <a:buFont typeface="Arial"/>
              <a:buNone/>
              <a:defRPr>
                <a:solidFill>
                  <a:schemeClr val="lt1"/>
                </a:solidFill>
              </a:defRPr>
            </a:lvl2pPr>
            <a:lvl3pPr marL="1371600" lvl="2" indent="-342900" algn="l">
              <a:lnSpc>
                <a:spcPct val="108333"/>
              </a:lnSpc>
              <a:spcBef>
                <a:spcPts val="500"/>
              </a:spcBef>
              <a:spcAft>
                <a:spcPts val="0"/>
              </a:spcAft>
              <a:buSzPts val="1800"/>
              <a:buChar char="•"/>
              <a:defRPr>
                <a:solidFill>
                  <a:schemeClr val="lt1"/>
                </a:solidFill>
              </a:defRPr>
            </a:lvl3pPr>
            <a:lvl4pPr marL="1828800" lvl="3" indent="-336550" algn="l">
              <a:lnSpc>
                <a:spcPct val="109090"/>
              </a:lnSpc>
              <a:spcBef>
                <a:spcPts val="500"/>
              </a:spcBef>
              <a:spcAft>
                <a:spcPts val="0"/>
              </a:spcAft>
              <a:buClr>
                <a:schemeClr val="lt1"/>
              </a:buClr>
              <a:buSzPts val="1700"/>
              <a:buChar char="‒"/>
              <a:defRPr>
                <a:solidFill>
                  <a:schemeClr val="lt1"/>
                </a:solidFill>
              </a:defRPr>
            </a:lvl4pPr>
            <a:lvl5pPr marL="2286000" lvl="4" indent="-336550" algn="l">
              <a:lnSpc>
                <a:spcPct val="109090"/>
              </a:lnSpc>
              <a:spcBef>
                <a:spcPts val="500"/>
              </a:spcBef>
              <a:spcAft>
                <a:spcPts val="0"/>
              </a:spcAft>
              <a:buClr>
                <a:schemeClr val="lt1"/>
              </a:buClr>
              <a:buSzPts val="1700"/>
              <a:buChar char="‒"/>
              <a:defRPr>
                <a:solidFill>
                  <a:schemeClr val="lt1"/>
                </a:solidFill>
              </a:defRPr>
            </a:lvl5pPr>
            <a:lvl6pPr marL="2743200" lvl="5" indent="-336550" algn="l">
              <a:lnSpc>
                <a:spcPct val="109090"/>
              </a:lnSpc>
              <a:spcBef>
                <a:spcPts val="500"/>
              </a:spcBef>
              <a:spcAft>
                <a:spcPts val="0"/>
              </a:spcAft>
              <a:buClr>
                <a:schemeClr val="lt1"/>
              </a:buClr>
              <a:buSzPts val="1700"/>
              <a:buChar char="‒"/>
              <a:defRPr>
                <a:solidFill>
                  <a:schemeClr val="lt1"/>
                </a:solidFill>
              </a:defRPr>
            </a:lvl6pPr>
            <a:lvl7pPr marL="3200400" lvl="6" indent="-336550" algn="l">
              <a:lnSpc>
                <a:spcPct val="109090"/>
              </a:lnSpc>
              <a:spcBef>
                <a:spcPts val="500"/>
              </a:spcBef>
              <a:spcAft>
                <a:spcPts val="0"/>
              </a:spcAft>
              <a:buClr>
                <a:schemeClr val="lt1"/>
              </a:buClr>
              <a:buSzPts val="1700"/>
              <a:buChar char="‒"/>
              <a:defRPr>
                <a:solidFill>
                  <a:schemeClr val="lt1"/>
                </a:solidFill>
              </a:defRPr>
            </a:lvl7pPr>
            <a:lvl8pPr marL="3657600" lvl="7" indent="-336550" algn="l">
              <a:lnSpc>
                <a:spcPct val="109090"/>
              </a:lnSpc>
              <a:spcBef>
                <a:spcPts val="500"/>
              </a:spcBef>
              <a:spcAft>
                <a:spcPts val="0"/>
              </a:spcAft>
              <a:buClr>
                <a:schemeClr val="lt1"/>
              </a:buClr>
              <a:buSzPts val="1700"/>
              <a:buChar char="‒"/>
              <a:defRPr>
                <a:solidFill>
                  <a:schemeClr val="lt1"/>
                </a:solidFill>
              </a:defRPr>
            </a:lvl8pPr>
            <a:lvl9pPr marL="4114800" lvl="8" indent="-336550" algn="l">
              <a:lnSpc>
                <a:spcPct val="109090"/>
              </a:lnSpc>
              <a:spcBef>
                <a:spcPts val="500"/>
              </a:spcBef>
              <a:spcAft>
                <a:spcPts val="500"/>
              </a:spcAft>
              <a:buClr>
                <a:schemeClr val="lt1"/>
              </a:buClr>
              <a:buSzPts val="1700"/>
              <a:buChar char="‒"/>
              <a:defRPr>
                <a:solidFill>
                  <a:schemeClr val="lt1"/>
                </a:solidFill>
              </a:defRPr>
            </a:lvl9pPr>
          </a:lstStyle>
          <a:p>
            <a:endParaRPr/>
          </a:p>
        </p:txBody>
      </p:sp>
      <p:pic>
        <p:nvPicPr>
          <p:cNvPr id="181" name="Google Shape;181;p35" descr="Logo&#10;&#10;Description automatically generated"/>
          <p:cNvPicPr preferRelativeResize="0"/>
          <p:nvPr/>
        </p:nvPicPr>
        <p:blipFill rotWithShape="1">
          <a:blip r:embed="rId2">
            <a:alphaModFix/>
          </a:blip>
          <a:srcRect t="231" b="230"/>
          <a:stretch/>
        </p:blipFill>
        <p:spPr>
          <a:xfrm>
            <a:off x="986582" y="1699565"/>
            <a:ext cx="1788949" cy="1780392"/>
          </a:xfrm>
          <a:prstGeom prst="rect">
            <a:avLst/>
          </a:prstGeom>
          <a:noFill/>
          <a:ln>
            <a:noFill/>
          </a:ln>
        </p:spPr>
      </p:pic>
      <p:sp>
        <p:nvSpPr>
          <p:cNvPr id="182" name="Google Shape;182;p35"/>
          <p:cNvSpPr txBox="1">
            <a:spLocks noGrp="1"/>
          </p:cNvSpPr>
          <p:nvPr>
            <p:ph type="body" idx="3"/>
          </p:nvPr>
        </p:nvSpPr>
        <p:spPr>
          <a:xfrm>
            <a:off x="6030162" y="1696789"/>
            <a:ext cx="1788900" cy="1744500"/>
          </a:xfrm>
          <a:prstGeom prst="rect">
            <a:avLst/>
          </a:prstGeom>
          <a:noFill/>
          <a:ln>
            <a:noFill/>
          </a:ln>
        </p:spPr>
        <p:txBody>
          <a:bodyPr spcFirstLastPara="1" wrap="square" lIns="0" tIns="0" rIns="0" bIns="0" anchor="t" anchorCtr="0">
            <a:noAutofit/>
          </a:bodyPr>
          <a:lstStyle>
            <a:lvl1pPr marL="457200" lvl="0" indent="-228600" algn="l">
              <a:lnSpc>
                <a:spcPct val="109090"/>
              </a:lnSpc>
              <a:spcBef>
                <a:spcPts val="0"/>
              </a:spcBef>
              <a:spcAft>
                <a:spcPts val="0"/>
              </a:spcAft>
              <a:buClr>
                <a:schemeClr val="lt1"/>
              </a:buClr>
              <a:buSzPts val="1700"/>
              <a:buNone/>
              <a:defRPr>
                <a:solidFill>
                  <a:schemeClr val="lt1"/>
                </a:solidFill>
              </a:defRPr>
            </a:lvl1pPr>
            <a:lvl2pPr marL="914400" lvl="1" indent="-228600" algn="l">
              <a:lnSpc>
                <a:spcPct val="109090"/>
              </a:lnSpc>
              <a:spcBef>
                <a:spcPts val="500"/>
              </a:spcBef>
              <a:spcAft>
                <a:spcPts val="0"/>
              </a:spcAft>
              <a:buSzPts val="1700"/>
              <a:buFont typeface="Arial"/>
              <a:buNone/>
              <a:defRPr>
                <a:solidFill>
                  <a:schemeClr val="lt1"/>
                </a:solidFill>
              </a:defRPr>
            </a:lvl2pPr>
            <a:lvl3pPr marL="1371600" lvl="2" indent="-342900" algn="l">
              <a:lnSpc>
                <a:spcPct val="108333"/>
              </a:lnSpc>
              <a:spcBef>
                <a:spcPts val="500"/>
              </a:spcBef>
              <a:spcAft>
                <a:spcPts val="0"/>
              </a:spcAft>
              <a:buSzPts val="1800"/>
              <a:buChar char="•"/>
              <a:defRPr>
                <a:solidFill>
                  <a:schemeClr val="lt1"/>
                </a:solidFill>
              </a:defRPr>
            </a:lvl3pPr>
            <a:lvl4pPr marL="1828800" lvl="3" indent="-336550" algn="l">
              <a:lnSpc>
                <a:spcPct val="109090"/>
              </a:lnSpc>
              <a:spcBef>
                <a:spcPts val="500"/>
              </a:spcBef>
              <a:spcAft>
                <a:spcPts val="0"/>
              </a:spcAft>
              <a:buClr>
                <a:schemeClr val="lt1"/>
              </a:buClr>
              <a:buSzPts val="1700"/>
              <a:buChar char="‒"/>
              <a:defRPr>
                <a:solidFill>
                  <a:schemeClr val="lt1"/>
                </a:solidFill>
              </a:defRPr>
            </a:lvl4pPr>
            <a:lvl5pPr marL="2286000" lvl="4" indent="-336550" algn="l">
              <a:lnSpc>
                <a:spcPct val="109090"/>
              </a:lnSpc>
              <a:spcBef>
                <a:spcPts val="500"/>
              </a:spcBef>
              <a:spcAft>
                <a:spcPts val="0"/>
              </a:spcAft>
              <a:buClr>
                <a:schemeClr val="lt1"/>
              </a:buClr>
              <a:buSzPts val="1700"/>
              <a:buChar char="‒"/>
              <a:defRPr>
                <a:solidFill>
                  <a:schemeClr val="lt1"/>
                </a:solidFill>
              </a:defRPr>
            </a:lvl5pPr>
            <a:lvl6pPr marL="2743200" lvl="5" indent="-336550" algn="l">
              <a:lnSpc>
                <a:spcPct val="109090"/>
              </a:lnSpc>
              <a:spcBef>
                <a:spcPts val="500"/>
              </a:spcBef>
              <a:spcAft>
                <a:spcPts val="0"/>
              </a:spcAft>
              <a:buClr>
                <a:schemeClr val="lt1"/>
              </a:buClr>
              <a:buSzPts val="1700"/>
              <a:buChar char="‒"/>
              <a:defRPr>
                <a:solidFill>
                  <a:schemeClr val="lt1"/>
                </a:solidFill>
              </a:defRPr>
            </a:lvl6pPr>
            <a:lvl7pPr marL="3200400" lvl="6" indent="-336550" algn="l">
              <a:lnSpc>
                <a:spcPct val="109090"/>
              </a:lnSpc>
              <a:spcBef>
                <a:spcPts val="500"/>
              </a:spcBef>
              <a:spcAft>
                <a:spcPts val="0"/>
              </a:spcAft>
              <a:buClr>
                <a:schemeClr val="lt1"/>
              </a:buClr>
              <a:buSzPts val="1700"/>
              <a:buChar char="‒"/>
              <a:defRPr>
                <a:solidFill>
                  <a:schemeClr val="lt1"/>
                </a:solidFill>
              </a:defRPr>
            </a:lvl7pPr>
            <a:lvl8pPr marL="3657600" lvl="7" indent="-336550" algn="l">
              <a:lnSpc>
                <a:spcPct val="109090"/>
              </a:lnSpc>
              <a:spcBef>
                <a:spcPts val="500"/>
              </a:spcBef>
              <a:spcAft>
                <a:spcPts val="0"/>
              </a:spcAft>
              <a:buClr>
                <a:schemeClr val="lt1"/>
              </a:buClr>
              <a:buSzPts val="1700"/>
              <a:buChar char="‒"/>
              <a:defRPr>
                <a:solidFill>
                  <a:schemeClr val="lt1"/>
                </a:solidFill>
              </a:defRPr>
            </a:lvl8pPr>
            <a:lvl9pPr marL="4114800" lvl="8" indent="-336550" algn="l">
              <a:lnSpc>
                <a:spcPct val="109090"/>
              </a:lnSpc>
              <a:spcBef>
                <a:spcPts val="500"/>
              </a:spcBef>
              <a:spcAft>
                <a:spcPts val="500"/>
              </a:spcAft>
              <a:buClr>
                <a:schemeClr val="lt1"/>
              </a:buClr>
              <a:buSzPts val="1700"/>
              <a:buChar char="‒"/>
              <a:defRPr>
                <a:solidFill>
                  <a:schemeClr val="lt1"/>
                </a:solidFill>
              </a:defRPr>
            </a:lvl9pPr>
          </a:lstStyle>
          <a:p>
            <a:endParaRPr/>
          </a:p>
        </p:txBody>
      </p:sp>
      <p:sp>
        <p:nvSpPr>
          <p:cNvPr id="183" name="Google Shape;183;p35"/>
          <p:cNvSpPr txBox="1">
            <a:spLocks noGrp="1"/>
          </p:cNvSpPr>
          <p:nvPr>
            <p:ph type="body" idx="4"/>
          </p:nvPr>
        </p:nvSpPr>
        <p:spPr>
          <a:xfrm>
            <a:off x="4673261" y="4499524"/>
            <a:ext cx="4211400" cy="1620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r">
              <a:lnSpc>
                <a:spcPct val="100000"/>
              </a:lnSpc>
              <a:spcBef>
                <a:spcPts val="0"/>
              </a:spcBef>
              <a:spcAft>
                <a:spcPts val="0"/>
              </a:spcAft>
              <a:buSzPts val="1000"/>
              <a:buFont typeface="Arial"/>
              <a:buNone/>
              <a:defRPr sz="1000">
                <a:solidFill>
                  <a:schemeClr val="lt1"/>
                </a:solidFill>
              </a:defRPr>
            </a:lvl2pPr>
            <a:lvl3pPr marL="1371600" lvl="2" indent="-228600" algn="r">
              <a:lnSpc>
                <a:spcPct val="100000"/>
              </a:lnSpc>
              <a:spcBef>
                <a:spcPts val="0"/>
              </a:spcBef>
              <a:spcAft>
                <a:spcPts val="0"/>
              </a:spcAft>
              <a:buSzPts val="1000"/>
              <a:buFont typeface="Arial"/>
              <a:buNone/>
              <a:defRPr sz="1000">
                <a:solidFill>
                  <a:schemeClr val="lt1"/>
                </a:solidFill>
              </a:defRPr>
            </a:lvl3pPr>
            <a:lvl4pPr marL="1828800" lvl="3" indent="-228600" algn="r">
              <a:lnSpc>
                <a:spcPct val="100000"/>
              </a:lnSpc>
              <a:spcBef>
                <a:spcPts val="0"/>
              </a:spcBef>
              <a:spcAft>
                <a:spcPts val="0"/>
              </a:spcAft>
              <a:buSzPts val="1000"/>
              <a:buFont typeface="Arial"/>
              <a:buNone/>
              <a:defRPr sz="1000">
                <a:solidFill>
                  <a:schemeClr val="lt1"/>
                </a:solidFill>
              </a:defRPr>
            </a:lvl4pPr>
            <a:lvl5pPr marL="2286000" lvl="4" indent="-228600" algn="r">
              <a:lnSpc>
                <a:spcPct val="100000"/>
              </a:lnSpc>
              <a:spcBef>
                <a:spcPts val="0"/>
              </a:spcBef>
              <a:spcAft>
                <a:spcPts val="0"/>
              </a:spcAft>
              <a:buSzPts val="1000"/>
              <a:buFont typeface="Arial"/>
              <a:buNone/>
              <a:defRPr sz="1000">
                <a:solidFill>
                  <a:schemeClr val="lt1"/>
                </a:solidFill>
              </a:defRPr>
            </a:lvl5pPr>
            <a:lvl6pPr marL="2743200" lvl="5" indent="-228600" algn="r">
              <a:lnSpc>
                <a:spcPct val="100000"/>
              </a:lnSpc>
              <a:spcBef>
                <a:spcPts val="0"/>
              </a:spcBef>
              <a:spcAft>
                <a:spcPts val="0"/>
              </a:spcAft>
              <a:buSzPts val="1000"/>
              <a:buFont typeface="Arial"/>
              <a:buNone/>
              <a:defRPr sz="1000">
                <a:solidFill>
                  <a:schemeClr val="lt1"/>
                </a:solidFill>
              </a:defRPr>
            </a:lvl6pPr>
            <a:lvl7pPr marL="3200400" lvl="6" indent="-228600" algn="r">
              <a:lnSpc>
                <a:spcPct val="100000"/>
              </a:lnSpc>
              <a:spcBef>
                <a:spcPts val="0"/>
              </a:spcBef>
              <a:spcAft>
                <a:spcPts val="0"/>
              </a:spcAft>
              <a:buSzPts val="1000"/>
              <a:buFont typeface="Arial"/>
              <a:buNone/>
              <a:defRPr sz="1000">
                <a:solidFill>
                  <a:schemeClr val="lt1"/>
                </a:solidFill>
              </a:defRPr>
            </a:lvl7pPr>
            <a:lvl8pPr marL="3657600" lvl="7" indent="-228600" algn="r">
              <a:lnSpc>
                <a:spcPct val="100000"/>
              </a:lnSpc>
              <a:spcBef>
                <a:spcPts val="0"/>
              </a:spcBef>
              <a:spcAft>
                <a:spcPts val="0"/>
              </a:spcAft>
              <a:buSzPts val="1000"/>
              <a:buFont typeface="Arial"/>
              <a:buNone/>
              <a:defRPr sz="1000">
                <a:solidFill>
                  <a:schemeClr val="lt1"/>
                </a:solidFill>
              </a:defRPr>
            </a:lvl8pPr>
            <a:lvl9pPr marL="4114800" lvl="8" indent="-228600" algn="r">
              <a:lnSpc>
                <a:spcPct val="100000"/>
              </a:lnSpc>
              <a:spcBef>
                <a:spcPts val="0"/>
              </a:spcBef>
              <a:spcAft>
                <a:spcPts val="0"/>
              </a:spcAft>
              <a:buSzPts val="1000"/>
              <a:buFont typeface="Arial"/>
              <a:buNone/>
              <a:defRPr sz="1000">
                <a:solidFill>
                  <a:schemeClr val="lt1"/>
                </a:solidFill>
              </a:defRPr>
            </a:lvl9pPr>
          </a:lstStyle>
          <a:p>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pyright notice 2">
  <p:cSld name="Copyright notice 2">
    <p:bg>
      <p:bgPr>
        <a:solidFill>
          <a:schemeClr val="lt2"/>
        </a:solidFill>
        <a:effectLst/>
      </p:bgPr>
    </p:bg>
    <p:spTree>
      <p:nvGrpSpPr>
        <p:cNvPr id="1" name="Shape 184"/>
        <p:cNvGrpSpPr/>
        <p:nvPr/>
      </p:nvGrpSpPr>
      <p:grpSpPr>
        <a:xfrm>
          <a:off x="0" y="0"/>
          <a:ext cx="0" cy="0"/>
          <a:chOff x="0" y="0"/>
          <a:chExt cx="0" cy="0"/>
        </a:xfrm>
      </p:grpSpPr>
      <p:sp>
        <p:nvSpPr>
          <p:cNvPr id="185" name="Google Shape;185;p36"/>
          <p:cNvSpPr txBox="1"/>
          <p:nvPr/>
        </p:nvSpPr>
        <p:spPr>
          <a:xfrm>
            <a:off x="259200" y="3137507"/>
            <a:ext cx="17331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sz="1000">
                <a:solidFill>
                  <a:schemeClr val="lt1"/>
                </a:solidFill>
                <a:latin typeface="Arial"/>
                <a:ea typeface="Arial"/>
                <a:cs typeface="Arial"/>
                <a:sym typeface="Arial"/>
              </a:rPr>
              <a:t>(c) The University of Melbourne</a:t>
            </a:r>
            <a:endParaRPr sz="1000">
              <a:solidFill>
                <a:schemeClr val="dk1"/>
              </a:solidFill>
              <a:latin typeface="Arial"/>
              <a:ea typeface="Arial"/>
              <a:cs typeface="Arial"/>
              <a:sym typeface="Arial"/>
            </a:endParaRPr>
          </a:p>
        </p:txBody>
      </p:sp>
      <p:sp>
        <p:nvSpPr>
          <p:cNvPr id="186" name="Google Shape;186;p36"/>
          <p:cNvSpPr txBox="1">
            <a:spLocks noGrp="1"/>
          </p:cNvSpPr>
          <p:nvPr>
            <p:ph type="body" idx="1"/>
          </p:nvPr>
        </p:nvSpPr>
        <p:spPr>
          <a:xfrm>
            <a:off x="2024397" y="3137137"/>
            <a:ext cx="894600" cy="162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l">
              <a:lnSpc>
                <a:spcPct val="100000"/>
              </a:lnSpc>
              <a:spcBef>
                <a:spcPts val="0"/>
              </a:spcBef>
              <a:spcAft>
                <a:spcPts val="0"/>
              </a:spcAft>
              <a:buSzPts val="1000"/>
              <a:buFont typeface="Arial"/>
              <a:buNone/>
              <a:defRPr sz="1000" b="0">
                <a:solidFill>
                  <a:schemeClr val="lt1"/>
                </a:solidFill>
              </a:defRPr>
            </a:lvl2pPr>
            <a:lvl3pPr marL="1371600" lvl="2" indent="-228600" algn="l">
              <a:lnSpc>
                <a:spcPct val="100000"/>
              </a:lnSpc>
              <a:spcBef>
                <a:spcPts val="0"/>
              </a:spcBef>
              <a:spcAft>
                <a:spcPts val="0"/>
              </a:spcAft>
              <a:buSzPts val="1000"/>
              <a:buFont typeface="Arial"/>
              <a:buNone/>
              <a:defRPr sz="1000" b="0">
                <a:solidFill>
                  <a:schemeClr val="lt1"/>
                </a:solidFill>
              </a:defRPr>
            </a:lvl3pPr>
            <a:lvl4pPr marL="1828800" lvl="3" indent="-228600" algn="l">
              <a:lnSpc>
                <a:spcPct val="100000"/>
              </a:lnSpc>
              <a:spcBef>
                <a:spcPts val="0"/>
              </a:spcBef>
              <a:spcAft>
                <a:spcPts val="0"/>
              </a:spcAft>
              <a:buSzPts val="1000"/>
              <a:buFont typeface="Arial"/>
              <a:buNone/>
              <a:defRPr sz="1000" b="0">
                <a:solidFill>
                  <a:schemeClr val="lt1"/>
                </a:solidFill>
              </a:defRPr>
            </a:lvl4pPr>
            <a:lvl5pPr marL="2286000" lvl="4" indent="-228600" algn="l">
              <a:lnSpc>
                <a:spcPct val="100000"/>
              </a:lnSpc>
              <a:spcBef>
                <a:spcPts val="0"/>
              </a:spcBef>
              <a:spcAft>
                <a:spcPts val="0"/>
              </a:spcAft>
              <a:buSzPts val="1000"/>
              <a:buFont typeface="Arial"/>
              <a:buNone/>
              <a:defRPr sz="1000" b="0">
                <a:solidFill>
                  <a:schemeClr val="lt1"/>
                </a:solidFill>
              </a:defRPr>
            </a:lvl5pPr>
            <a:lvl6pPr marL="2743200" lvl="5" indent="-228600" algn="l">
              <a:lnSpc>
                <a:spcPct val="100000"/>
              </a:lnSpc>
              <a:spcBef>
                <a:spcPts val="0"/>
              </a:spcBef>
              <a:spcAft>
                <a:spcPts val="0"/>
              </a:spcAft>
              <a:buSzPts val="1000"/>
              <a:buFont typeface="Arial"/>
              <a:buNone/>
              <a:defRPr sz="1000" b="0">
                <a:solidFill>
                  <a:schemeClr val="lt1"/>
                </a:solidFill>
              </a:defRPr>
            </a:lvl6pPr>
            <a:lvl7pPr marL="3200400" lvl="6" indent="-228600" algn="l">
              <a:lnSpc>
                <a:spcPct val="100000"/>
              </a:lnSpc>
              <a:spcBef>
                <a:spcPts val="0"/>
              </a:spcBef>
              <a:spcAft>
                <a:spcPts val="0"/>
              </a:spcAft>
              <a:buSzPts val="1000"/>
              <a:buFont typeface="Arial"/>
              <a:buNone/>
              <a:defRPr sz="1000" b="0">
                <a:solidFill>
                  <a:schemeClr val="lt1"/>
                </a:solidFill>
              </a:defRPr>
            </a:lvl7pPr>
            <a:lvl8pPr marL="3657600" lvl="7" indent="-228600" algn="l">
              <a:lnSpc>
                <a:spcPct val="100000"/>
              </a:lnSpc>
              <a:spcBef>
                <a:spcPts val="0"/>
              </a:spcBef>
              <a:spcAft>
                <a:spcPts val="0"/>
              </a:spcAft>
              <a:buSzPts val="1000"/>
              <a:buFont typeface="Arial"/>
              <a:buNone/>
              <a:defRPr sz="1000" b="0">
                <a:solidFill>
                  <a:schemeClr val="lt1"/>
                </a:solidFill>
              </a:defRPr>
            </a:lvl8pPr>
            <a:lvl9pPr marL="4114800" lvl="8" indent="-228600" algn="l">
              <a:lnSpc>
                <a:spcPct val="100000"/>
              </a:lnSpc>
              <a:spcBef>
                <a:spcPts val="0"/>
              </a:spcBef>
              <a:spcAft>
                <a:spcPts val="0"/>
              </a:spcAft>
              <a:buSzPts val="1000"/>
              <a:buFont typeface="Arial"/>
              <a:buNone/>
              <a:defRPr sz="1000" b="0">
                <a:solidFill>
                  <a:schemeClr val="lt1"/>
                </a:solidFill>
              </a:defRPr>
            </a:lvl9pPr>
          </a:lstStyle>
          <a:p>
            <a:endParaRPr/>
          </a:p>
        </p:txBody>
      </p:sp>
      <p:sp>
        <p:nvSpPr>
          <p:cNvPr id="187" name="Google Shape;187;p36"/>
          <p:cNvSpPr txBox="1"/>
          <p:nvPr/>
        </p:nvSpPr>
        <p:spPr>
          <a:xfrm>
            <a:off x="259200" y="3287707"/>
            <a:ext cx="5055300" cy="123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sz="1000">
                <a:solidFill>
                  <a:schemeClr val="lt1"/>
                </a:solidFill>
                <a:latin typeface="Arial"/>
                <a:ea typeface="Arial"/>
                <a:cs typeface="Arial"/>
                <a:sym typeface="Arial"/>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zh-CN" sz="1000" u="sng">
                <a:solidFill>
                  <a:schemeClr val="hlink"/>
                </a:solidFill>
                <a:latin typeface="Arial"/>
                <a:ea typeface="Arial"/>
                <a:cs typeface="Arial"/>
                <a:sym typeface="Arial"/>
                <a:hlinkClick r:id="rId2"/>
              </a:rPr>
              <a:t>Academic Integrity at the University of Melbourne</a:t>
            </a:r>
            <a:endParaRPr sz="1000">
              <a:solidFill>
                <a:schemeClr val="dk1"/>
              </a:solidFill>
              <a:latin typeface="Arial"/>
              <a:ea typeface="Arial"/>
              <a:cs typeface="Arial"/>
              <a:sym typeface="Arial"/>
            </a:endParaRPr>
          </a:p>
        </p:txBody>
      </p:sp>
      <p:sp>
        <p:nvSpPr>
          <p:cNvPr id="188" name="Google Shape;188;p36"/>
          <p:cNvSpPr txBox="1"/>
          <p:nvPr/>
        </p:nvSpPr>
        <p:spPr>
          <a:xfrm>
            <a:off x="258375" y="4471619"/>
            <a:ext cx="50553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sz="1000">
                <a:solidFill>
                  <a:schemeClr val="lt1"/>
                </a:solidFill>
                <a:latin typeface="Arial"/>
                <a:ea typeface="Arial"/>
                <a:cs typeface="Arial"/>
                <a:sym typeface="Arial"/>
              </a:rPr>
              <a:t>Requests and enquiries concerning reproduction and rights should be addressed to the University Copyright Office, The University of Melbourne: </a:t>
            </a:r>
            <a:r>
              <a:rPr lang="zh-CN" sz="1000" u="sng">
                <a:solidFill>
                  <a:schemeClr val="hlink"/>
                </a:solidFill>
                <a:latin typeface="Arial"/>
                <a:ea typeface="Arial"/>
                <a:cs typeface="Arial"/>
                <a:sym typeface="Arial"/>
                <a:hlinkClick r:id="rId3"/>
              </a:rPr>
              <a:t>copyright-office@unimelb.edu.au</a:t>
            </a:r>
            <a:endParaRPr sz="1000">
              <a:solidFill>
                <a:schemeClr val="dk1"/>
              </a:solidFill>
              <a:latin typeface="Arial"/>
              <a:ea typeface="Arial"/>
              <a:cs typeface="Arial"/>
              <a:sym typeface="Arial"/>
            </a:endParaRPr>
          </a:p>
        </p:txBody>
      </p:sp>
      <p:sp>
        <p:nvSpPr>
          <p:cNvPr id="189" name="Google Shape;189;p36"/>
          <p:cNvSpPr txBox="1">
            <a:spLocks noGrp="1"/>
          </p:cNvSpPr>
          <p:nvPr>
            <p:ph type="body" idx="2"/>
          </p:nvPr>
        </p:nvSpPr>
        <p:spPr>
          <a:xfrm>
            <a:off x="5753381" y="4625959"/>
            <a:ext cx="3131400" cy="162000"/>
          </a:xfrm>
          <a:prstGeom prst="rect">
            <a:avLst/>
          </a:prstGeom>
          <a:noFill/>
          <a:ln>
            <a:noFill/>
          </a:ln>
        </p:spPr>
        <p:txBody>
          <a:bodyPr spcFirstLastPara="1" wrap="square" lIns="0" tIns="0" rIns="0" bIns="0" anchor="b" anchorCtr="0">
            <a:noAutofit/>
          </a:bodyPr>
          <a:lstStyle>
            <a:lvl1pPr marL="457200" lvl="0" indent="-228600" algn="r">
              <a:lnSpc>
                <a:spcPct val="100000"/>
              </a:lnSpc>
              <a:spcBef>
                <a:spcPts val="0"/>
              </a:spcBef>
              <a:spcAft>
                <a:spcPts val="0"/>
              </a:spcAft>
              <a:buClr>
                <a:schemeClr val="lt1"/>
              </a:buClr>
              <a:buSzPts val="1000"/>
              <a:buFont typeface="Arial"/>
              <a:buNone/>
              <a:defRPr sz="1000" b="0">
                <a:solidFill>
                  <a:schemeClr val="lt1"/>
                </a:solidFill>
              </a:defRPr>
            </a:lvl1pPr>
            <a:lvl2pPr marL="914400" lvl="1" indent="-228600" algn="r">
              <a:lnSpc>
                <a:spcPct val="100000"/>
              </a:lnSpc>
              <a:spcBef>
                <a:spcPts val="0"/>
              </a:spcBef>
              <a:spcAft>
                <a:spcPts val="0"/>
              </a:spcAft>
              <a:buSzPts val="1000"/>
              <a:buFont typeface="Arial"/>
              <a:buNone/>
              <a:defRPr sz="1000">
                <a:solidFill>
                  <a:schemeClr val="lt1"/>
                </a:solidFill>
              </a:defRPr>
            </a:lvl2pPr>
            <a:lvl3pPr marL="1371600" lvl="2" indent="-228600" algn="r">
              <a:lnSpc>
                <a:spcPct val="100000"/>
              </a:lnSpc>
              <a:spcBef>
                <a:spcPts val="0"/>
              </a:spcBef>
              <a:spcAft>
                <a:spcPts val="0"/>
              </a:spcAft>
              <a:buSzPts val="1000"/>
              <a:buFont typeface="Arial"/>
              <a:buNone/>
              <a:defRPr sz="1000">
                <a:solidFill>
                  <a:schemeClr val="lt1"/>
                </a:solidFill>
              </a:defRPr>
            </a:lvl3pPr>
            <a:lvl4pPr marL="1828800" lvl="3" indent="-228600" algn="r">
              <a:lnSpc>
                <a:spcPct val="100000"/>
              </a:lnSpc>
              <a:spcBef>
                <a:spcPts val="0"/>
              </a:spcBef>
              <a:spcAft>
                <a:spcPts val="0"/>
              </a:spcAft>
              <a:buSzPts val="1000"/>
              <a:buFont typeface="Arial"/>
              <a:buNone/>
              <a:defRPr sz="1000">
                <a:solidFill>
                  <a:schemeClr val="lt1"/>
                </a:solidFill>
              </a:defRPr>
            </a:lvl4pPr>
            <a:lvl5pPr marL="2286000" lvl="4" indent="-228600" algn="r">
              <a:lnSpc>
                <a:spcPct val="100000"/>
              </a:lnSpc>
              <a:spcBef>
                <a:spcPts val="0"/>
              </a:spcBef>
              <a:spcAft>
                <a:spcPts val="0"/>
              </a:spcAft>
              <a:buSzPts val="1000"/>
              <a:buFont typeface="Arial"/>
              <a:buNone/>
              <a:defRPr sz="1000">
                <a:solidFill>
                  <a:schemeClr val="lt1"/>
                </a:solidFill>
              </a:defRPr>
            </a:lvl5pPr>
            <a:lvl6pPr marL="2743200" lvl="5" indent="-228600" algn="r">
              <a:lnSpc>
                <a:spcPct val="100000"/>
              </a:lnSpc>
              <a:spcBef>
                <a:spcPts val="0"/>
              </a:spcBef>
              <a:spcAft>
                <a:spcPts val="0"/>
              </a:spcAft>
              <a:buSzPts val="1000"/>
              <a:buFont typeface="Arial"/>
              <a:buNone/>
              <a:defRPr sz="1000">
                <a:solidFill>
                  <a:schemeClr val="lt1"/>
                </a:solidFill>
              </a:defRPr>
            </a:lvl6pPr>
            <a:lvl7pPr marL="3200400" lvl="6" indent="-228600" algn="r">
              <a:lnSpc>
                <a:spcPct val="100000"/>
              </a:lnSpc>
              <a:spcBef>
                <a:spcPts val="0"/>
              </a:spcBef>
              <a:spcAft>
                <a:spcPts val="0"/>
              </a:spcAft>
              <a:buSzPts val="1000"/>
              <a:buFont typeface="Arial"/>
              <a:buNone/>
              <a:defRPr sz="1000">
                <a:solidFill>
                  <a:schemeClr val="lt1"/>
                </a:solidFill>
              </a:defRPr>
            </a:lvl7pPr>
            <a:lvl8pPr marL="3657600" lvl="7" indent="-228600" algn="r">
              <a:lnSpc>
                <a:spcPct val="100000"/>
              </a:lnSpc>
              <a:spcBef>
                <a:spcPts val="0"/>
              </a:spcBef>
              <a:spcAft>
                <a:spcPts val="0"/>
              </a:spcAft>
              <a:buSzPts val="1000"/>
              <a:buFont typeface="Arial"/>
              <a:buNone/>
              <a:defRPr sz="1000">
                <a:solidFill>
                  <a:schemeClr val="lt1"/>
                </a:solidFill>
              </a:defRPr>
            </a:lvl8pPr>
            <a:lvl9pPr marL="4114800" lvl="8" indent="-228600" algn="r">
              <a:lnSpc>
                <a:spcPct val="100000"/>
              </a:lnSpc>
              <a:spcBef>
                <a:spcPts val="0"/>
              </a:spcBef>
              <a:spcAft>
                <a:spcPts val="0"/>
              </a:spcAft>
              <a:buSzPts val="1000"/>
              <a:buFont typeface="Arial"/>
              <a:buNone/>
              <a:defRPr sz="1000">
                <a:solidFill>
                  <a:schemeClr val="lt1"/>
                </a:solidFill>
              </a:defRPr>
            </a:lvl9pPr>
          </a:lstStyle>
          <a:p>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90"/>
        <p:cNvGrpSpPr/>
        <p:nvPr/>
      </p:nvGrpSpPr>
      <p:grpSpPr>
        <a:xfrm>
          <a:off x="0" y="0"/>
          <a:ext cx="0" cy="0"/>
          <a:chOff x="0" y="0"/>
          <a:chExt cx="0" cy="0"/>
        </a:xfrm>
      </p:grpSpPr>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Cover_style2">
  <p:cSld name="Cover_style2">
    <p:spTree>
      <p:nvGrpSpPr>
        <p:cNvPr id="1" name="Shape 191"/>
        <p:cNvGrpSpPr/>
        <p:nvPr/>
      </p:nvGrpSpPr>
      <p:grpSpPr>
        <a:xfrm>
          <a:off x="0" y="0"/>
          <a:ext cx="0" cy="0"/>
          <a:chOff x="0" y="0"/>
          <a:chExt cx="0" cy="0"/>
        </a:xfrm>
      </p:grpSpPr>
      <p:sp>
        <p:nvSpPr>
          <p:cNvPr id="192" name="Google Shape;192;p38"/>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193" name="Google Shape;193;p38"/>
          <p:cNvSpPr txBox="1">
            <a:spLocks noGrp="1"/>
          </p:cNvSpPr>
          <p:nvPr>
            <p:ph type="body" idx="2"/>
          </p:nvPr>
        </p:nvSpPr>
        <p:spPr>
          <a:xfrm>
            <a:off x="5798765" y="257029"/>
            <a:ext cx="1542000" cy="1539000"/>
          </a:xfrm>
          <a:prstGeom prst="rect">
            <a:avLst/>
          </a:prstGeom>
          <a:solidFill>
            <a:srgbClr val="A84500"/>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194" name="Google Shape;194;p38"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195" name="Google Shape;195;p38"/>
          <p:cNvSpPr/>
          <p:nvPr/>
        </p:nvSpPr>
        <p:spPr>
          <a:xfrm>
            <a:off x="5798765" y="1795463"/>
            <a:ext cx="3087000" cy="3078600"/>
          </a:xfrm>
          <a:prstGeom prst="rect">
            <a:avLst/>
          </a:prstGeom>
          <a:solidFill>
            <a:srgbClr val="C8C8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Divider_with image1_style2">
  <p:cSld name="Divider_with image1_style2">
    <p:spTree>
      <p:nvGrpSpPr>
        <p:cNvPr id="1" name="Shape 196"/>
        <p:cNvGrpSpPr/>
        <p:nvPr/>
      </p:nvGrpSpPr>
      <p:grpSpPr>
        <a:xfrm>
          <a:off x="0" y="0"/>
          <a:ext cx="0" cy="0"/>
          <a:chOff x="0" y="0"/>
          <a:chExt cx="0" cy="0"/>
        </a:xfrm>
      </p:grpSpPr>
      <p:pic>
        <p:nvPicPr>
          <p:cNvPr id="197" name="Google Shape;197;p39" descr="People walking under a building&#10;&#10;Description automatically generated"/>
          <p:cNvPicPr preferRelativeResize="0"/>
          <p:nvPr/>
        </p:nvPicPr>
        <p:blipFill rotWithShape="1">
          <a:blip r:embed="rId2">
            <a:alphaModFix/>
          </a:blip>
          <a:srcRect/>
          <a:stretch/>
        </p:blipFill>
        <p:spPr>
          <a:xfrm>
            <a:off x="259199" y="256499"/>
            <a:ext cx="5986958" cy="4589999"/>
          </a:xfrm>
          <a:prstGeom prst="rect">
            <a:avLst/>
          </a:prstGeom>
          <a:noFill/>
          <a:ln>
            <a:noFill/>
          </a:ln>
        </p:spPr>
      </p:pic>
      <p:sp>
        <p:nvSpPr>
          <p:cNvPr id="198" name="Google Shape;198;p39"/>
          <p:cNvSpPr>
            <a:spLocks noGrp="1"/>
          </p:cNvSpPr>
          <p:nvPr>
            <p:ph type="pic" idx="2"/>
          </p:nvPr>
        </p:nvSpPr>
        <p:spPr>
          <a:xfrm>
            <a:off x="259200" y="256500"/>
            <a:ext cx="5883300" cy="4588800"/>
          </a:xfrm>
          <a:prstGeom prst="rect">
            <a:avLst/>
          </a:prstGeom>
          <a:noFill/>
          <a:ln>
            <a:noFill/>
          </a:ln>
        </p:spPr>
      </p:sp>
      <p:sp>
        <p:nvSpPr>
          <p:cNvPr id="199" name="Google Shape;199;p39"/>
          <p:cNvSpPr/>
          <p:nvPr/>
        </p:nvSpPr>
        <p:spPr>
          <a:xfrm>
            <a:off x="6142428" y="256500"/>
            <a:ext cx="2750100" cy="4590000"/>
          </a:xfrm>
          <a:prstGeom prst="rect">
            <a:avLst/>
          </a:prstGeom>
          <a:solidFill>
            <a:srgbClr val="A8450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00" name="Google Shape;200;p39"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01" name="Google Shape;201;p39"/>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02" name="Google Shape;202;p39"/>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2_Divider_with image1_style2">
  <p:cSld name="2_Divider_with image1_style2">
    <p:spTree>
      <p:nvGrpSpPr>
        <p:cNvPr id="1" name="Shape 203"/>
        <p:cNvGrpSpPr/>
        <p:nvPr/>
      </p:nvGrpSpPr>
      <p:grpSpPr>
        <a:xfrm>
          <a:off x="0" y="0"/>
          <a:ext cx="0" cy="0"/>
          <a:chOff x="0" y="0"/>
          <a:chExt cx="0" cy="0"/>
        </a:xfrm>
      </p:grpSpPr>
      <p:pic>
        <p:nvPicPr>
          <p:cNvPr id="204" name="Google Shape;204;p40" descr="A statue of a person&#10;&#10;Description automatically generated"/>
          <p:cNvPicPr preferRelativeResize="0"/>
          <p:nvPr/>
        </p:nvPicPr>
        <p:blipFill rotWithShape="1">
          <a:blip r:embed="rId2">
            <a:alphaModFix/>
          </a:blip>
          <a:srcRect/>
          <a:stretch/>
        </p:blipFill>
        <p:spPr>
          <a:xfrm>
            <a:off x="259199" y="256500"/>
            <a:ext cx="6880210" cy="4590000"/>
          </a:xfrm>
          <a:prstGeom prst="rect">
            <a:avLst/>
          </a:prstGeom>
          <a:noFill/>
          <a:ln>
            <a:noFill/>
          </a:ln>
        </p:spPr>
      </p:pic>
      <p:sp>
        <p:nvSpPr>
          <p:cNvPr id="205" name="Google Shape;205;p40"/>
          <p:cNvSpPr>
            <a:spLocks noGrp="1"/>
          </p:cNvSpPr>
          <p:nvPr>
            <p:ph type="pic" idx="2"/>
          </p:nvPr>
        </p:nvSpPr>
        <p:spPr>
          <a:xfrm>
            <a:off x="259200" y="256500"/>
            <a:ext cx="5883300" cy="4588800"/>
          </a:xfrm>
          <a:prstGeom prst="rect">
            <a:avLst/>
          </a:prstGeom>
          <a:noFill/>
          <a:ln>
            <a:noFill/>
          </a:ln>
        </p:spPr>
      </p:sp>
      <p:sp>
        <p:nvSpPr>
          <p:cNvPr id="206" name="Google Shape;206;p40"/>
          <p:cNvSpPr/>
          <p:nvPr/>
        </p:nvSpPr>
        <p:spPr>
          <a:xfrm>
            <a:off x="6142428" y="256500"/>
            <a:ext cx="2750100" cy="4588800"/>
          </a:xfrm>
          <a:prstGeom prst="rect">
            <a:avLst/>
          </a:prstGeom>
          <a:solidFill>
            <a:srgbClr val="A8450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07" name="Google Shape;207;p40"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08" name="Google Shape;208;p40"/>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09" name="Google Shape;209;p40"/>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3_Divider_with image1_style2">
  <p:cSld name="3_Divider_with image1_style2">
    <p:spTree>
      <p:nvGrpSpPr>
        <p:cNvPr id="1" name="Shape 210"/>
        <p:cNvGrpSpPr/>
        <p:nvPr/>
      </p:nvGrpSpPr>
      <p:grpSpPr>
        <a:xfrm>
          <a:off x="0" y="0"/>
          <a:ext cx="0" cy="0"/>
          <a:chOff x="0" y="0"/>
          <a:chExt cx="0" cy="0"/>
        </a:xfrm>
      </p:grpSpPr>
      <p:pic>
        <p:nvPicPr>
          <p:cNvPr id="211" name="Google Shape;211;p41" descr="A close-up of a hand pointing at a model&#10;&#10;Description automatically generated"/>
          <p:cNvPicPr preferRelativeResize="0"/>
          <p:nvPr/>
        </p:nvPicPr>
        <p:blipFill rotWithShape="1">
          <a:blip r:embed="rId2">
            <a:alphaModFix/>
          </a:blip>
          <a:srcRect/>
          <a:stretch/>
        </p:blipFill>
        <p:spPr>
          <a:xfrm>
            <a:off x="259200" y="256500"/>
            <a:ext cx="6879770" cy="4590000"/>
          </a:xfrm>
          <a:prstGeom prst="rect">
            <a:avLst/>
          </a:prstGeom>
          <a:noFill/>
          <a:ln>
            <a:noFill/>
          </a:ln>
        </p:spPr>
      </p:pic>
      <p:sp>
        <p:nvSpPr>
          <p:cNvPr id="212" name="Google Shape;212;p41"/>
          <p:cNvSpPr>
            <a:spLocks noGrp="1"/>
          </p:cNvSpPr>
          <p:nvPr>
            <p:ph type="pic" idx="2"/>
          </p:nvPr>
        </p:nvSpPr>
        <p:spPr>
          <a:xfrm>
            <a:off x="259200" y="256500"/>
            <a:ext cx="5883300" cy="4588800"/>
          </a:xfrm>
          <a:prstGeom prst="rect">
            <a:avLst/>
          </a:prstGeom>
          <a:noFill/>
          <a:ln>
            <a:noFill/>
          </a:ln>
        </p:spPr>
      </p:sp>
      <p:sp>
        <p:nvSpPr>
          <p:cNvPr id="213" name="Google Shape;213;p41"/>
          <p:cNvSpPr/>
          <p:nvPr/>
        </p:nvSpPr>
        <p:spPr>
          <a:xfrm>
            <a:off x="6142428" y="256500"/>
            <a:ext cx="2750100" cy="4590000"/>
          </a:xfrm>
          <a:prstGeom prst="rect">
            <a:avLst/>
          </a:prstGeom>
          <a:solidFill>
            <a:srgbClr val="A8450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14" name="Google Shape;214;p41"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15" name="Google Shape;215;p41"/>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16" name="Google Shape;216;p41"/>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Divider_no image_style2">
  <p:cSld name="Divider_no image_style2">
    <p:spTree>
      <p:nvGrpSpPr>
        <p:cNvPr id="1" name="Shape 217"/>
        <p:cNvGrpSpPr/>
        <p:nvPr/>
      </p:nvGrpSpPr>
      <p:grpSpPr>
        <a:xfrm>
          <a:off x="0" y="0"/>
          <a:ext cx="0" cy="0"/>
          <a:chOff x="0" y="0"/>
          <a:chExt cx="0" cy="0"/>
        </a:xfrm>
      </p:grpSpPr>
      <p:sp>
        <p:nvSpPr>
          <p:cNvPr id="218" name="Google Shape;218;p42"/>
          <p:cNvSpPr/>
          <p:nvPr/>
        </p:nvSpPr>
        <p:spPr>
          <a:xfrm>
            <a:off x="258663" y="257029"/>
            <a:ext cx="8634000" cy="4617000"/>
          </a:xfrm>
          <a:prstGeom prst="rect">
            <a:avLst/>
          </a:prstGeom>
          <a:solidFill>
            <a:srgbClr val="A8450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p42"/>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220" name="Google Shape;220;p42"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Cover_style3">
  <p:cSld name="Cover_style3">
    <p:spTree>
      <p:nvGrpSpPr>
        <p:cNvPr id="1" name="Shape 221"/>
        <p:cNvGrpSpPr/>
        <p:nvPr/>
      </p:nvGrpSpPr>
      <p:grpSpPr>
        <a:xfrm>
          <a:off x="0" y="0"/>
          <a:ext cx="0" cy="0"/>
          <a:chOff x="0" y="0"/>
          <a:chExt cx="0" cy="0"/>
        </a:xfrm>
      </p:grpSpPr>
      <p:sp>
        <p:nvSpPr>
          <p:cNvPr id="222" name="Google Shape;222;p43"/>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223" name="Google Shape;223;p43"/>
          <p:cNvSpPr txBox="1">
            <a:spLocks noGrp="1"/>
          </p:cNvSpPr>
          <p:nvPr>
            <p:ph type="body" idx="2"/>
          </p:nvPr>
        </p:nvSpPr>
        <p:spPr>
          <a:xfrm>
            <a:off x="5798765" y="257029"/>
            <a:ext cx="1542000" cy="1539000"/>
          </a:xfrm>
          <a:prstGeom prst="rect">
            <a:avLst/>
          </a:prstGeom>
          <a:solidFill>
            <a:schemeClr val="accent2"/>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224" name="Google Shape;224;p43"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225" name="Google Shape;225;p43"/>
          <p:cNvSpPr/>
          <p:nvPr/>
        </p:nvSpPr>
        <p:spPr>
          <a:xfrm>
            <a:off x="5798765" y="1795463"/>
            <a:ext cx="3087000" cy="3078600"/>
          </a:xfrm>
          <a:prstGeom prst="rect">
            <a:avLst/>
          </a:prstGeom>
          <a:solidFill>
            <a:srgbClr val="C8C8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p43"/>
          <p:cNvSpPr>
            <a:spLocks noGrp="1"/>
          </p:cNvSpPr>
          <p:nvPr>
            <p:ph type="pic" idx="3"/>
          </p:nvPr>
        </p:nvSpPr>
        <p:spPr>
          <a:xfrm>
            <a:off x="406002" y="3820639"/>
            <a:ext cx="1316400" cy="607200"/>
          </a:xfrm>
          <a:prstGeom prst="rect">
            <a:avLst/>
          </a:prstGeom>
          <a:noFill/>
          <a:ln>
            <a:noFill/>
          </a:ln>
        </p:spPr>
      </p:sp>
      <p:sp>
        <p:nvSpPr>
          <p:cNvPr id="227" name="Google Shape;227;p43"/>
          <p:cNvSpPr>
            <a:spLocks noGrp="1"/>
          </p:cNvSpPr>
          <p:nvPr>
            <p:ph type="pic" idx="4"/>
          </p:nvPr>
        </p:nvSpPr>
        <p:spPr>
          <a:xfrm>
            <a:off x="1939347" y="3820639"/>
            <a:ext cx="1316400" cy="607200"/>
          </a:xfrm>
          <a:prstGeom prst="rect">
            <a:avLst/>
          </a:prstGeom>
          <a:noFill/>
          <a:ln>
            <a:noFill/>
          </a:ln>
        </p:spPr>
      </p:sp>
      <p:sp>
        <p:nvSpPr>
          <p:cNvPr id="228" name="Google Shape;228;p43"/>
          <p:cNvSpPr>
            <a:spLocks noGrp="1"/>
          </p:cNvSpPr>
          <p:nvPr>
            <p:ph type="pic" idx="5"/>
          </p:nvPr>
        </p:nvSpPr>
        <p:spPr>
          <a:xfrm>
            <a:off x="3472692" y="3820639"/>
            <a:ext cx="1316400" cy="607200"/>
          </a:xfrm>
          <a:prstGeom prst="rect">
            <a:avLst/>
          </a:prstGeom>
          <a:noFill/>
          <a:ln>
            <a:noFill/>
          </a:ln>
        </p:spPr>
      </p:sp>
      <p:sp>
        <p:nvSpPr>
          <p:cNvPr id="229" name="Google Shape;229;p43"/>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Divider_with image1_style3">
  <p:cSld name="Divider_with image1_style3">
    <p:spTree>
      <p:nvGrpSpPr>
        <p:cNvPr id="1" name="Shape 230"/>
        <p:cNvGrpSpPr/>
        <p:nvPr/>
      </p:nvGrpSpPr>
      <p:grpSpPr>
        <a:xfrm>
          <a:off x="0" y="0"/>
          <a:ext cx="0" cy="0"/>
          <a:chOff x="0" y="0"/>
          <a:chExt cx="0" cy="0"/>
        </a:xfrm>
      </p:grpSpPr>
      <p:pic>
        <p:nvPicPr>
          <p:cNvPr id="231" name="Google Shape;231;p44" descr="A group of people sitting in a room&#10;&#10;Description automatically generated"/>
          <p:cNvPicPr preferRelativeResize="0"/>
          <p:nvPr/>
        </p:nvPicPr>
        <p:blipFill rotWithShape="1">
          <a:blip r:embed="rId2">
            <a:alphaModFix/>
          </a:blip>
          <a:srcRect/>
          <a:stretch/>
        </p:blipFill>
        <p:spPr>
          <a:xfrm>
            <a:off x="259199" y="256500"/>
            <a:ext cx="6252862" cy="4589999"/>
          </a:xfrm>
          <a:prstGeom prst="rect">
            <a:avLst/>
          </a:prstGeom>
          <a:noFill/>
          <a:ln>
            <a:noFill/>
          </a:ln>
        </p:spPr>
      </p:pic>
      <p:sp>
        <p:nvSpPr>
          <p:cNvPr id="232" name="Google Shape;232;p44"/>
          <p:cNvSpPr>
            <a:spLocks noGrp="1"/>
          </p:cNvSpPr>
          <p:nvPr>
            <p:ph type="pic" idx="2"/>
          </p:nvPr>
        </p:nvSpPr>
        <p:spPr>
          <a:xfrm>
            <a:off x="259200" y="256500"/>
            <a:ext cx="5883300" cy="4588800"/>
          </a:xfrm>
          <a:prstGeom prst="rect">
            <a:avLst/>
          </a:prstGeom>
          <a:noFill/>
          <a:ln>
            <a:noFill/>
          </a:ln>
        </p:spPr>
      </p:sp>
      <p:sp>
        <p:nvSpPr>
          <p:cNvPr id="233" name="Google Shape;233;p44"/>
          <p:cNvSpPr/>
          <p:nvPr/>
        </p:nvSpPr>
        <p:spPr>
          <a:xfrm>
            <a:off x="6142428" y="256500"/>
            <a:ext cx="2750100" cy="459000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34" name="Google Shape;234;p44"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35" name="Google Shape;235;p44"/>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36" name="Google Shape;236;p44"/>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Divider_with image2_style3">
  <p:cSld name="Divider_with image2_style3">
    <p:spTree>
      <p:nvGrpSpPr>
        <p:cNvPr id="1" name="Shape 237"/>
        <p:cNvGrpSpPr/>
        <p:nvPr/>
      </p:nvGrpSpPr>
      <p:grpSpPr>
        <a:xfrm>
          <a:off x="0" y="0"/>
          <a:ext cx="0" cy="0"/>
          <a:chOff x="0" y="0"/>
          <a:chExt cx="0" cy="0"/>
        </a:xfrm>
      </p:grpSpPr>
      <p:pic>
        <p:nvPicPr>
          <p:cNvPr id="238" name="Google Shape;238;p45" descr="A building with a curved roof&#10;&#10;Description automatically generated"/>
          <p:cNvPicPr preferRelativeResize="0"/>
          <p:nvPr/>
        </p:nvPicPr>
        <p:blipFill rotWithShape="1">
          <a:blip r:embed="rId2">
            <a:alphaModFix/>
          </a:blip>
          <a:srcRect/>
          <a:stretch/>
        </p:blipFill>
        <p:spPr>
          <a:xfrm>
            <a:off x="259200" y="256500"/>
            <a:ext cx="6009397" cy="4589999"/>
          </a:xfrm>
          <a:prstGeom prst="rect">
            <a:avLst/>
          </a:prstGeom>
          <a:noFill/>
          <a:ln>
            <a:noFill/>
          </a:ln>
        </p:spPr>
      </p:pic>
      <p:sp>
        <p:nvSpPr>
          <p:cNvPr id="239" name="Google Shape;239;p45"/>
          <p:cNvSpPr>
            <a:spLocks noGrp="1"/>
          </p:cNvSpPr>
          <p:nvPr>
            <p:ph type="pic" idx="2"/>
          </p:nvPr>
        </p:nvSpPr>
        <p:spPr>
          <a:xfrm>
            <a:off x="259200" y="256500"/>
            <a:ext cx="5883300" cy="4588800"/>
          </a:xfrm>
          <a:prstGeom prst="rect">
            <a:avLst/>
          </a:prstGeom>
          <a:noFill/>
          <a:ln>
            <a:noFill/>
          </a:ln>
        </p:spPr>
      </p:sp>
      <p:sp>
        <p:nvSpPr>
          <p:cNvPr id="240" name="Google Shape;240;p45"/>
          <p:cNvSpPr/>
          <p:nvPr/>
        </p:nvSpPr>
        <p:spPr>
          <a:xfrm>
            <a:off x="6142428" y="256500"/>
            <a:ext cx="2750100" cy="459000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41" name="Google Shape;241;p45"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42" name="Google Shape;242;p45"/>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43" name="Google Shape;243;p45"/>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Divider_with image3_style3">
  <p:cSld name="Divider_with image3_style3">
    <p:spTree>
      <p:nvGrpSpPr>
        <p:cNvPr id="1" name="Shape 244"/>
        <p:cNvGrpSpPr/>
        <p:nvPr/>
      </p:nvGrpSpPr>
      <p:grpSpPr>
        <a:xfrm>
          <a:off x="0" y="0"/>
          <a:ext cx="0" cy="0"/>
          <a:chOff x="0" y="0"/>
          <a:chExt cx="0" cy="0"/>
        </a:xfrm>
      </p:grpSpPr>
      <p:pic>
        <p:nvPicPr>
          <p:cNvPr id="245" name="Google Shape;245;p46" descr="A person using a device to connect wires&#10;&#10;Description automatically generated"/>
          <p:cNvPicPr preferRelativeResize="0"/>
          <p:nvPr/>
        </p:nvPicPr>
        <p:blipFill rotWithShape="1">
          <a:blip r:embed="rId2">
            <a:alphaModFix/>
          </a:blip>
          <a:srcRect/>
          <a:stretch/>
        </p:blipFill>
        <p:spPr>
          <a:xfrm>
            <a:off x="259200" y="256500"/>
            <a:ext cx="6881885" cy="4589999"/>
          </a:xfrm>
          <a:prstGeom prst="rect">
            <a:avLst/>
          </a:prstGeom>
          <a:noFill/>
          <a:ln>
            <a:noFill/>
          </a:ln>
        </p:spPr>
      </p:pic>
      <p:sp>
        <p:nvSpPr>
          <p:cNvPr id="246" name="Google Shape;246;p46"/>
          <p:cNvSpPr>
            <a:spLocks noGrp="1"/>
          </p:cNvSpPr>
          <p:nvPr>
            <p:ph type="pic" idx="2"/>
          </p:nvPr>
        </p:nvSpPr>
        <p:spPr>
          <a:xfrm>
            <a:off x="259200" y="256500"/>
            <a:ext cx="5883300" cy="4588800"/>
          </a:xfrm>
          <a:prstGeom prst="rect">
            <a:avLst/>
          </a:prstGeom>
          <a:noFill/>
          <a:ln>
            <a:noFill/>
          </a:ln>
        </p:spPr>
      </p:sp>
      <p:sp>
        <p:nvSpPr>
          <p:cNvPr id="247" name="Google Shape;247;p46"/>
          <p:cNvSpPr/>
          <p:nvPr/>
        </p:nvSpPr>
        <p:spPr>
          <a:xfrm>
            <a:off x="6142428" y="256500"/>
            <a:ext cx="2750100" cy="459000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48" name="Google Shape;248;p46"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49" name="Google Shape;249;p46"/>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50" name="Google Shape;250;p46"/>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Divider_no image_style3">
  <p:cSld name="Divider_no image_style3">
    <p:spTree>
      <p:nvGrpSpPr>
        <p:cNvPr id="1" name="Shape 251"/>
        <p:cNvGrpSpPr/>
        <p:nvPr/>
      </p:nvGrpSpPr>
      <p:grpSpPr>
        <a:xfrm>
          <a:off x="0" y="0"/>
          <a:ext cx="0" cy="0"/>
          <a:chOff x="0" y="0"/>
          <a:chExt cx="0" cy="0"/>
        </a:xfrm>
      </p:grpSpPr>
      <p:sp>
        <p:nvSpPr>
          <p:cNvPr id="252" name="Google Shape;252;p47"/>
          <p:cNvSpPr/>
          <p:nvPr/>
        </p:nvSpPr>
        <p:spPr>
          <a:xfrm>
            <a:off x="258663" y="257029"/>
            <a:ext cx="8634000" cy="4617000"/>
          </a:xfrm>
          <a:prstGeom prst="rect">
            <a:avLst/>
          </a:prstGeom>
          <a:solidFill>
            <a:schemeClr val="accent2"/>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53" name="Google Shape;253;p47"/>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254" name="Google Shape;254;p47"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Cover_style4">
  <p:cSld name="Cover_style4">
    <p:spTree>
      <p:nvGrpSpPr>
        <p:cNvPr id="1" name="Shape 255"/>
        <p:cNvGrpSpPr/>
        <p:nvPr/>
      </p:nvGrpSpPr>
      <p:grpSpPr>
        <a:xfrm>
          <a:off x="0" y="0"/>
          <a:ext cx="0" cy="0"/>
          <a:chOff x="0" y="0"/>
          <a:chExt cx="0" cy="0"/>
        </a:xfrm>
      </p:grpSpPr>
      <p:sp>
        <p:nvSpPr>
          <p:cNvPr id="256" name="Google Shape;256;p48"/>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257" name="Google Shape;257;p48"/>
          <p:cNvSpPr txBox="1">
            <a:spLocks noGrp="1"/>
          </p:cNvSpPr>
          <p:nvPr>
            <p:ph type="body" idx="2"/>
          </p:nvPr>
        </p:nvSpPr>
        <p:spPr>
          <a:xfrm>
            <a:off x="5798765" y="257029"/>
            <a:ext cx="1542000" cy="1539000"/>
          </a:xfrm>
          <a:prstGeom prst="rect">
            <a:avLst/>
          </a:prstGeom>
          <a:solidFill>
            <a:srgbClr val="ABC1A7"/>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258" name="Google Shape;258;p48"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259" name="Google Shape;259;p48"/>
          <p:cNvSpPr/>
          <p:nvPr/>
        </p:nvSpPr>
        <p:spPr>
          <a:xfrm>
            <a:off x="5798765" y="1795463"/>
            <a:ext cx="3087000" cy="3078600"/>
          </a:xfrm>
          <a:prstGeom prst="rect">
            <a:avLst/>
          </a:prstGeom>
          <a:solidFill>
            <a:srgbClr val="C8C8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60" name="Google Shape;260;p48"/>
          <p:cNvSpPr>
            <a:spLocks noGrp="1"/>
          </p:cNvSpPr>
          <p:nvPr>
            <p:ph type="pic" idx="3"/>
          </p:nvPr>
        </p:nvSpPr>
        <p:spPr>
          <a:xfrm>
            <a:off x="406002" y="3820639"/>
            <a:ext cx="1316400" cy="607200"/>
          </a:xfrm>
          <a:prstGeom prst="rect">
            <a:avLst/>
          </a:prstGeom>
          <a:noFill/>
          <a:ln>
            <a:noFill/>
          </a:ln>
        </p:spPr>
      </p:sp>
      <p:sp>
        <p:nvSpPr>
          <p:cNvPr id="261" name="Google Shape;261;p48"/>
          <p:cNvSpPr>
            <a:spLocks noGrp="1"/>
          </p:cNvSpPr>
          <p:nvPr>
            <p:ph type="pic" idx="4"/>
          </p:nvPr>
        </p:nvSpPr>
        <p:spPr>
          <a:xfrm>
            <a:off x="1939347" y="3820639"/>
            <a:ext cx="1316400" cy="607200"/>
          </a:xfrm>
          <a:prstGeom prst="rect">
            <a:avLst/>
          </a:prstGeom>
          <a:noFill/>
          <a:ln>
            <a:noFill/>
          </a:ln>
        </p:spPr>
      </p:sp>
      <p:sp>
        <p:nvSpPr>
          <p:cNvPr id="262" name="Google Shape;262;p48"/>
          <p:cNvSpPr>
            <a:spLocks noGrp="1"/>
          </p:cNvSpPr>
          <p:nvPr>
            <p:ph type="pic" idx="5"/>
          </p:nvPr>
        </p:nvSpPr>
        <p:spPr>
          <a:xfrm>
            <a:off x="3472692" y="3820639"/>
            <a:ext cx="1316400" cy="607200"/>
          </a:xfrm>
          <a:prstGeom prst="rect">
            <a:avLst/>
          </a:prstGeom>
          <a:noFill/>
          <a:ln>
            <a:noFill/>
          </a:ln>
        </p:spPr>
      </p:sp>
      <p:sp>
        <p:nvSpPr>
          <p:cNvPr id="263" name="Google Shape;263;p48"/>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ivider_with image1_style4">
  <p:cSld name="Divider_with image1_style4">
    <p:spTree>
      <p:nvGrpSpPr>
        <p:cNvPr id="1" name="Shape 264"/>
        <p:cNvGrpSpPr/>
        <p:nvPr/>
      </p:nvGrpSpPr>
      <p:grpSpPr>
        <a:xfrm>
          <a:off x="0" y="0"/>
          <a:ext cx="0" cy="0"/>
          <a:chOff x="0" y="0"/>
          <a:chExt cx="0" cy="0"/>
        </a:xfrm>
      </p:grpSpPr>
      <p:pic>
        <p:nvPicPr>
          <p:cNvPr id="265" name="Google Shape;265;p49" descr="A group of people walking in a park&#10;&#10;Description automatically generated"/>
          <p:cNvPicPr preferRelativeResize="0"/>
          <p:nvPr/>
        </p:nvPicPr>
        <p:blipFill rotWithShape="1">
          <a:blip r:embed="rId2">
            <a:alphaModFix/>
          </a:blip>
          <a:srcRect/>
          <a:stretch/>
        </p:blipFill>
        <p:spPr>
          <a:xfrm>
            <a:off x="259199" y="256499"/>
            <a:ext cx="6808498" cy="4590000"/>
          </a:xfrm>
          <a:prstGeom prst="rect">
            <a:avLst/>
          </a:prstGeom>
          <a:noFill/>
          <a:ln>
            <a:noFill/>
          </a:ln>
        </p:spPr>
      </p:pic>
      <p:sp>
        <p:nvSpPr>
          <p:cNvPr id="266" name="Google Shape;266;p49"/>
          <p:cNvSpPr>
            <a:spLocks noGrp="1"/>
          </p:cNvSpPr>
          <p:nvPr>
            <p:ph type="pic" idx="2"/>
          </p:nvPr>
        </p:nvSpPr>
        <p:spPr>
          <a:xfrm>
            <a:off x="259200" y="256500"/>
            <a:ext cx="5883300" cy="4588800"/>
          </a:xfrm>
          <a:prstGeom prst="rect">
            <a:avLst/>
          </a:prstGeom>
          <a:noFill/>
          <a:ln>
            <a:noFill/>
          </a:ln>
        </p:spPr>
      </p:sp>
      <p:sp>
        <p:nvSpPr>
          <p:cNvPr id="267" name="Google Shape;267;p49"/>
          <p:cNvSpPr/>
          <p:nvPr/>
        </p:nvSpPr>
        <p:spPr>
          <a:xfrm>
            <a:off x="6142428" y="256500"/>
            <a:ext cx="2750100" cy="4590000"/>
          </a:xfrm>
          <a:prstGeom prst="rect">
            <a:avLst/>
          </a:prstGeom>
          <a:solidFill>
            <a:srgbClr val="ABC1A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68" name="Google Shape;268;p49"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69" name="Google Shape;269;p49"/>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70" name="Google Shape;270;p49"/>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2"/>
              </a:buClr>
              <a:buSzPts val="1800"/>
              <a:buNone/>
              <a:defRPr sz="1800">
                <a:solidFill>
                  <a:schemeClr val="lt2"/>
                </a:solidFill>
              </a:defRPr>
            </a:lvl1pPr>
            <a:lvl2pPr marL="914400" lvl="1" indent="-228600" algn="l">
              <a:lnSpc>
                <a:spcPct val="112500"/>
              </a:lnSpc>
              <a:spcBef>
                <a:spcPts val="500"/>
              </a:spcBef>
              <a:spcAft>
                <a:spcPts val="0"/>
              </a:spcAft>
              <a:buSzPts val="1200"/>
              <a:buFont typeface="Arial"/>
              <a:buNone/>
              <a:defRPr sz="1200">
                <a:solidFill>
                  <a:schemeClr val="lt2"/>
                </a:solidFill>
              </a:defRPr>
            </a:lvl2pPr>
            <a:lvl3pPr marL="1371600" lvl="2" indent="-228600" algn="l">
              <a:lnSpc>
                <a:spcPct val="116666"/>
              </a:lnSpc>
              <a:spcBef>
                <a:spcPts val="500"/>
              </a:spcBef>
              <a:spcAft>
                <a:spcPts val="0"/>
              </a:spcAft>
              <a:buSzPts val="900"/>
              <a:buNone/>
              <a:defRPr sz="900">
                <a:solidFill>
                  <a:schemeClr val="lt2"/>
                </a:solidFill>
              </a:defRPr>
            </a:lvl3pPr>
            <a:lvl4pPr marL="1828800" lvl="3" indent="-228600" algn="l">
              <a:lnSpc>
                <a:spcPct val="116666"/>
              </a:lnSpc>
              <a:spcBef>
                <a:spcPts val="500"/>
              </a:spcBef>
              <a:spcAft>
                <a:spcPts val="0"/>
              </a:spcAft>
              <a:buSzPts val="900"/>
              <a:buNone/>
              <a:defRPr sz="900">
                <a:solidFill>
                  <a:schemeClr val="lt2"/>
                </a:solidFill>
              </a:defRPr>
            </a:lvl4pPr>
            <a:lvl5pPr marL="2286000" lvl="4" indent="-228600" algn="l">
              <a:lnSpc>
                <a:spcPct val="116666"/>
              </a:lnSpc>
              <a:spcBef>
                <a:spcPts val="500"/>
              </a:spcBef>
              <a:spcAft>
                <a:spcPts val="0"/>
              </a:spcAft>
              <a:buSzPts val="900"/>
              <a:buNone/>
              <a:defRPr sz="900">
                <a:solidFill>
                  <a:schemeClr val="lt2"/>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Divider_with image2_style4">
  <p:cSld name="Divider_with image2_style4">
    <p:spTree>
      <p:nvGrpSpPr>
        <p:cNvPr id="1" name="Shape 271"/>
        <p:cNvGrpSpPr/>
        <p:nvPr/>
      </p:nvGrpSpPr>
      <p:grpSpPr>
        <a:xfrm>
          <a:off x="0" y="0"/>
          <a:ext cx="0" cy="0"/>
          <a:chOff x="0" y="0"/>
          <a:chExt cx="0" cy="0"/>
        </a:xfrm>
      </p:grpSpPr>
      <p:pic>
        <p:nvPicPr>
          <p:cNvPr id="272" name="Google Shape;272;p50" descr="A building under construction with trees&#10;&#10;Description automatically generated"/>
          <p:cNvPicPr preferRelativeResize="0"/>
          <p:nvPr/>
        </p:nvPicPr>
        <p:blipFill rotWithShape="1">
          <a:blip r:embed="rId2">
            <a:alphaModFix/>
          </a:blip>
          <a:srcRect/>
          <a:stretch/>
        </p:blipFill>
        <p:spPr>
          <a:xfrm>
            <a:off x="259199" y="256500"/>
            <a:ext cx="6866343" cy="4590000"/>
          </a:xfrm>
          <a:prstGeom prst="rect">
            <a:avLst/>
          </a:prstGeom>
          <a:noFill/>
          <a:ln>
            <a:noFill/>
          </a:ln>
        </p:spPr>
      </p:pic>
      <p:sp>
        <p:nvSpPr>
          <p:cNvPr id="273" name="Google Shape;273;p50"/>
          <p:cNvSpPr>
            <a:spLocks noGrp="1"/>
          </p:cNvSpPr>
          <p:nvPr>
            <p:ph type="pic" idx="2"/>
          </p:nvPr>
        </p:nvSpPr>
        <p:spPr>
          <a:xfrm>
            <a:off x="259200" y="256500"/>
            <a:ext cx="5883300" cy="4588800"/>
          </a:xfrm>
          <a:prstGeom prst="rect">
            <a:avLst/>
          </a:prstGeom>
          <a:noFill/>
          <a:ln>
            <a:noFill/>
          </a:ln>
        </p:spPr>
      </p:sp>
      <p:sp>
        <p:nvSpPr>
          <p:cNvPr id="274" name="Google Shape;274;p50"/>
          <p:cNvSpPr/>
          <p:nvPr/>
        </p:nvSpPr>
        <p:spPr>
          <a:xfrm>
            <a:off x="6142428" y="256500"/>
            <a:ext cx="2750100" cy="4590000"/>
          </a:xfrm>
          <a:prstGeom prst="rect">
            <a:avLst/>
          </a:prstGeom>
          <a:solidFill>
            <a:srgbClr val="ABC1A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75" name="Google Shape;275;p50"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76" name="Google Shape;276;p50"/>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77" name="Google Shape;277;p50"/>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2"/>
              </a:buClr>
              <a:buSzPts val="1800"/>
              <a:buNone/>
              <a:defRPr sz="1800">
                <a:solidFill>
                  <a:schemeClr val="lt2"/>
                </a:solidFill>
              </a:defRPr>
            </a:lvl1pPr>
            <a:lvl2pPr marL="914400" lvl="1" indent="-228600" algn="l">
              <a:lnSpc>
                <a:spcPct val="112500"/>
              </a:lnSpc>
              <a:spcBef>
                <a:spcPts val="500"/>
              </a:spcBef>
              <a:spcAft>
                <a:spcPts val="0"/>
              </a:spcAft>
              <a:buSzPts val="1200"/>
              <a:buFont typeface="Arial"/>
              <a:buNone/>
              <a:defRPr sz="1200">
                <a:solidFill>
                  <a:schemeClr val="lt2"/>
                </a:solidFill>
              </a:defRPr>
            </a:lvl2pPr>
            <a:lvl3pPr marL="1371600" lvl="2" indent="-228600" algn="l">
              <a:lnSpc>
                <a:spcPct val="116666"/>
              </a:lnSpc>
              <a:spcBef>
                <a:spcPts val="500"/>
              </a:spcBef>
              <a:spcAft>
                <a:spcPts val="0"/>
              </a:spcAft>
              <a:buSzPts val="900"/>
              <a:buNone/>
              <a:defRPr sz="900">
                <a:solidFill>
                  <a:schemeClr val="lt2"/>
                </a:solidFill>
              </a:defRPr>
            </a:lvl3pPr>
            <a:lvl4pPr marL="1828800" lvl="3" indent="-228600" algn="l">
              <a:lnSpc>
                <a:spcPct val="116666"/>
              </a:lnSpc>
              <a:spcBef>
                <a:spcPts val="500"/>
              </a:spcBef>
              <a:spcAft>
                <a:spcPts val="0"/>
              </a:spcAft>
              <a:buSzPts val="900"/>
              <a:buNone/>
              <a:defRPr sz="900">
                <a:solidFill>
                  <a:schemeClr val="lt2"/>
                </a:solidFill>
              </a:defRPr>
            </a:lvl4pPr>
            <a:lvl5pPr marL="2286000" lvl="4" indent="-228600" algn="l">
              <a:lnSpc>
                <a:spcPct val="116666"/>
              </a:lnSpc>
              <a:spcBef>
                <a:spcPts val="500"/>
              </a:spcBef>
              <a:spcAft>
                <a:spcPts val="0"/>
              </a:spcAft>
              <a:buSzPts val="900"/>
              <a:buNone/>
              <a:defRPr sz="900">
                <a:solidFill>
                  <a:schemeClr val="lt2"/>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Divider_with image3_style4">
  <p:cSld name="Divider_with image3_style4">
    <p:spTree>
      <p:nvGrpSpPr>
        <p:cNvPr id="1" name="Shape 278"/>
        <p:cNvGrpSpPr/>
        <p:nvPr/>
      </p:nvGrpSpPr>
      <p:grpSpPr>
        <a:xfrm>
          <a:off x="0" y="0"/>
          <a:ext cx="0" cy="0"/>
          <a:chOff x="0" y="0"/>
          <a:chExt cx="0" cy="0"/>
        </a:xfrm>
      </p:grpSpPr>
      <p:pic>
        <p:nvPicPr>
          <p:cNvPr id="279" name="Google Shape;279;p51" descr="A person holding a piece of wood&#10;&#10;Description automatically generated"/>
          <p:cNvPicPr preferRelativeResize="0"/>
          <p:nvPr/>
        </p:nvPicPr>
        <p:blipFill rotWithShape="1">
          <a:blip r:embed="rId2">
            <a:alphaModFix/>
          </a:blip>
          <a:srcRect/>
          <a:stretch/>
        </p:blipFill>
        <p:spPr>
          <a:xfrm>
            <a:off x="259200" y="256500"/>
            <a:ext cx="6881885" cy="4589999"/>
          </a:xfrm>
          <a:prstGeom prst="rect">
            <a:avLst/>
          </a:prstGeom>
          <a:noFill/>
          <a:ln>
            <a:noFill/>
          </a:ln>
        </p:spPr>
      </p:pic>
      <p:sp>
        <p:nvSpPr>
          <p:cNvPr id="280" name="Google Shape;280;p51"/>
          <p:cNvSpPr>
            <a:spLocks noGrp="1"/>
          </p:cNvSpPr>
          <p:nvPr>
            <p:ph type="pic" idx="2"/>
          </p:nvPr>
        </p:nvSpPr>
        <p:spPr>
          <a:xfrm>
            <a:off x="259200" y="256500"/>
            <a:ext cx="5883300" cy="4588800"/>
          </a:xfrm>
          <a:prstGeom prst="rect">
            <a:avLst/>
          </a:prstGeom>
          <a:noFill/>
          <a:ln>
            <a:noFill/>
          </a:ln>
        </p:spPr>
      </p:sp>
      <p:sp>
        <p:nvSpPr>
          <p:cNvPr id="281" name="Google Shape;281;p51"/>
          <p:cNvSpPr/>
          <p:nvPr/>
        </p:nvSpPr>
        <p:spPr>
          <a:xfrm>
            <a:off x="6142428" y="256500"/>
            <a:ext cx="2750100" cy="4590000"/>
          </a:xfrm>
          <a:prstGeom prst="rect">
            <a:avLst/>
          </a:prstGeom>
          <a:solidFill>
            <a:srgbClr val="ABC1A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282" name="Google Shape;282;p51"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283" name="Google Shape;283;p51"/>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284" name="Google Shape;284;p51"/>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2"/>
              </a:buClr>
              <a:buSzPts val="1800"/>
              <a:buNone/>
              <a:defRPr sz="1800">
                <a:solidFill>
                  <a:schemeClr val="lt2"/>
                </a:solidFill>
              </a:defRPr>
            </a:lvl1pPr>
            <a:lvl2pPr marL="914400" lvl="1" indent="-228600" algn="l">
              <a:lnSpc>
                <a:spcPct val="112500"/>
              </a:lnSpc>
              <a:spcBef>
                <a:spcPts val="500"/>
              </a:spcBef>
              <a:spcAft>
                <a:spcPts val="0"/>
              </a:spcAft>
              <a:buSzPts val="1200"/>
              <a:buFont typeface="Arial"/>
              <a:buNone/>
              <a:defRPr sz="1200">
                <a:solidFill>
                  <a:schemeClr val="lt2"/>
                </a:solidFill>
              </a:defRPr>
            </a:lvl2pPr>
            <a:lvl3pPr marL="1371600" lvl="2" indent="-228600" algn="l">
              <a:lnSpc>
                <a:spcPct val="116666"/>
              </a:lnSpc>
              <a:spcBef>
                <a:spcPts val="500"/>
              </a:spcBef>
              <a:spcAft>
                <a:spcPts val="0"/>
              </a:spcAft>
              <a:buSzPts val="900"/>
              <a:buNone/>
              <a:defRPr sz="900">
                <a:solidFill>
                  <a:schemeClr val="lt2"/>
                </a:solidFill>
              </a:defRPr>
            </a:lvl3pPr>
            <a:lvl4pPr marL="1828800" lvl="3" indent="-228600" algn="l">
              <a:lnSpc>
                <a:spcPct val="116666"/>
              </a:lnSpc>
              <a:spcBef>
                <a:spcPts val="500"/>
              </a:spcBef>
              <a:spcAft>
                <a:spcPts val="0"/>
              </a:spcAft>
              <a:buSzPts val="900"/>
              <a:buNone/>
              <a:defRPr sz="900">
                <a:solidFill>
                  <a:schemeClr val="lt2"/>
                </a:solidFill>
              </a:defRPr>
            </a:lvl4pPr>
            <a:lvl5pPr marL="2286000" lvl="4" indent="-228600" algn="l">
              <a:lnSpc>
                <a:spcPct val="116666"/>
              </a:lnSpc>
              <a:spcBef>
                <a:spcPts val="500"/>
              </a:spcBef>
              <a:spcAft>
                <a:spcPts val="0"/>
              </a:spcAft>
              <a:buSzPts val="900"/>
              <a:buNone/>
              <a:defRPr sz="900">
                <a:solidFill>
                  <a:schemeClr val="lt2"/>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Divider_no image_style4">
  <p:cSld name="Divider_no image_style4">
    <p:spTree>
      <p:nvGrpSpPr>
        <p:cNvPr id="1" name="Shape 285"/>
        <p:cNvGrpSpPr/>
        <p:nvPr/>
      </p:nvGrpSpPr>
      <p:grpSpPr>
        <a:xfrm>
          <a:off x="0" y="0"/>
          <a:ext cx="0" cy="0"/>
          <a:chOff x="0" y="0"/>
          <a:chExt cx="0" cy="0"/>
        </a:xfrm>
      </p:grpSpPr>
      <p:sp>
        <p:nvSpPr>
          <p:cNvPr id="286" name="Google Shape;286;p52"/>
          <p:cNvSpPr/>
          <p:nvPr/>
        </p:nvSpPr>
        <p:spPr>
          <a:xfrm>
            <a:off x="258663" y="257029"/>
            <a:ext cx="8634000" cy="4617000"/>
          </a:xfrm>
          <a:prstGeom prst="rect">
            <a:avLst/>
          </a:prstGeom>
          <a:solidFill>
            <a:srgbClr val="ABC1A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52"/>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2"/>
              </a:buClr>
              <a:buSzPts val="3600"/>
              <a:buFont typeface="Arial"/>
              <a:buNone/>
              <a:defRPr sz="3600">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288" name="Google Shape;288;p52"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Cover_style5">
  <p:cSld name="Cover_style5">
    <p:spTree>
      <p:nvGrpSpPr>
        <p:cNvPr id="1" name="Shape 289"/>
        <p:cNvGrpSpPr/>
        <p:nvPr/>
      </p:nvGrpSpPr>
      <p:grpSpPr>
        <a:xfrm>
          <a:off x="0" y="0"/>
          <a:ext cx="0" cy="0"/>
          <a:chOff x="0" y="0"/>
          <a:chExt cx="0" cy="0"/>
        </a:xfrm>
      </p:grpSpPr>
      <p:sp>
        <p:nvSpPr>
          <p:cNvPr id="290" name="Google Shape;290;p53"/>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291" name="Google Shape;291;p53"/>
          <p:cNvSpPr txBox="1">
            <a:spLocks noGrp="1"/>
          </p:cNvSpPr>
          <p:nvPr>
            <p:ph type="body" idx="2"/>
          </p:nvPr>
        </p:nvSpPr>
        <p:spPr>
          <a:xfrm>
            <a:off x="5798765" y="257029"/>
            <a:ext cx="1542000" cy="1539000"/>
          </a:xfrm>
          <a:prstGeom prst="rect">
            <a:avLst/>
          </a:prstGeom>
          <a:solidFill>
            <a:srgbClr val="2C421D"/>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292" name="Google Shape;292;p53"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293" name="Google Shape;293;p53"/>
          <p:cNvSpPr/>
          <p:nvPr/>
        </p:nvSpPr>
        <p:spPr>
          <a:xfrm>
            <a:off x="5798765" y="1795463"/>
            <a:ext cx="3087000" cy="3078600"/>
          </a:xfrm>
          <a:prstGeom prst="rect">
            <a:avLst/>
          </a:prstGeom>
          <a:solidFill>
            <a:srgbClr val="C8C8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94" name="Google Shape;294;p53"/>
          <p:cNvSpPr>
            <a:spLocks noGrp="1"/>
          </p:cNvSpPr>
          <p:nvPr>
            <p:ph type="pic" idx="3"/>
          </p:nvPr>
        </p:nvSpPr>
        <p:spPr>
          <a:xfrm>
            <a:off x="406002" y="3820639"/>
            <a:ext cx="1316400" cy="607200"/>
          </a:xfrm>
          <a:prstGeom prst="rect">
            <a:avLst/>
          </a:prstGeom>
          <a:noFill/>
          <a:ln>
            <a:noFill/>
          </a:ln>
        </p:spPr>
      </p:sp>
      <p:sp>
        <p:nvSpPr>
          <p:cNvPr id="295" name="Google Shape;295;p53"/>
          <p:cNvSpPr>
            <a:spLocks noGrp="1"/>
          </p:cNvSpPr>
          <p:nvPr>
            <p:ph type="pic" idx="4"/>
          </p:nvPr>
        </p:nvSpPr>
        <p:spPr>
          <a:xfrm>
            <a:off x="1939347" y="3820639"/>
            <a:ext cx="1316400" cy="607200"/>
          </a:xfrm>
          <a:prstGeom prst="rect">
            <a:avLst/>
          </a:prstGeom>
          <a:noFill/>
          <a:ln>
            <a:noFill/>
          </a:ln>
        </p:spPr>
      </p:sp>
      <p:sp>
        <p:nvSpPr>
          <p:cNvPr id="296" name="Google Shape;296;p53"/>
          <p:cNvSpPr>
            <a:spLocks noGrp="1"/>
          </p:cNvSpPr>
          <p:nvPr>
            <p:ph type="pic" idx="5"/>
          </p:nvPr>
        </p:nvSpPr>
        <p:spPr>
          <a:xfrm>
            <a:off x="3472692" y="3820639"/>
            <a:ext cx="1316400" cy="607200"/>
          </a:xfrm>
          <a:prstGeom prst="rect">
            <a:avLst/>
          </a:prstGeom>
          <a:noFill/>
          <a:ln>
            <a:noFill/>
          </a:ln>
        </p:spPr>
      </p:sp>
      <p:sp>
        <p:nvSpPr>
          <p:cNvPr id="297" name="Google Shape;297;p53"/>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Divider_with image1_style5">
  <p:cSld name="Divider_with image1_style5">
    <p:spTree>
      <p:nvGrpSpPr>
        <p:cNvPr id="1" name="Shape 298"/>
        <p:cNvGrpSpPr/>
        <p:nvPr/>
      </p:nvGrpSpPr>
      <p:grpSpPr>
        <a:xfrm>
          <a:off x="0" y="0"/>
          <a:ext cx="0" cy="0"/>
          <a:chOff x="0" y="0"/>
          <a:chExt cx="0" cy="0"/>
        </a:xfrm>
      </p:grpSpPr>
      <p:pic>
        <p:nvPicPr>
          <p:cNvPr id="299" name="Google Shape;299;p54" descr="People walking in a park&#10;&#10;Description automatically generated"/>
          <p:cNvPicPr preferRelativeResize="0"/>
          <p:nvPr/>
        </p:nvPicPr>
        <p:blipFill rotWithShape="1">
          <a:blip r:embed="rId2">
            <a:alphaModFix/>
          </a:blip>
          <a:srcRect/>
          <a:stretch/>
        </p:blipFill>
        <p:spPr>
          <a:xfrm>
            <a:off x="259200" y="256500"/>
            <a:ext cx="6343592" cy="4590000"/>
          </a:xfrm>
          <a:prstGeom prst="rect">
            <a:avLst/>
          </a:prstGeom>
          <a:noFill/>
          <a:ln>
            <a:noFill/>
          </a:ln>
        </p:spPr>
      </p:pic>
      <p:sp>
        <p:nvSpPr>
          <p:cNvPr id="300" name="Google Shape;300;p54"/>
          <p:cNvSpPr>
            <a:spLocks noGrp="1"/>
          </p:cNvSpPr>
          <p:nvPr>
            <p:ph type="pic" idx="2"/>
          </p:nvPr>
        </p:nvSpPr>
        <p:spPr>
          <a:xfrm>
            <a:off x="259200" y="256500"/>
            <a:ext cx="5883300" cy="4588800"/>
          </a:xfrm>
          <a:prstGeom prst="rect">
            <a:avLst/>
          </a:prstGeom>
          <a:noFill/>
          <a:ln>
            <a:noFill/>
          </a:ln>
        </p:spPr>
      </p:sp>
      <p:sp>
        <p:nvSpPr>
          <p:cNvPr id="301" name="Google Shape;301;p54"/>
          <p:cNvSpPr/>
          <p:nvPr/>
        </p:nvSpPr>
        <p:spPr>
          <a:xfrm>
            <a:off x="6142428" y="256500"/>
            <a:ext cx="2750100" cy="4588800"/>
          </a:xfrm>
          <a:prstGeom prst="rect">
            <a:avLst/>
          </a:prstGeom>
          <a:solidFill>
            <a:srgbClr val="2C421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02" name="Google Shape;302;p54"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03" name="Google Shape;303;p54"/>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04" name="Google Shape;304;p54"/>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ivider_with image2_style5">
  <p:cSld name="Divider_with image2_style5">
    <p:spTree>
      <p:nvGrpSpPr>
        <p:cNvPr id="1" name="Shape 305"/>
        <p:cNvGrpSpPr/>
        <p:nvPr/>
      </p:nvGrpSpPr>
      <p:grpSpPr>
        <a:xfrm>
          <a:off x="0" y="0"/>
          <a:ext cx="0" cy="0"/>
          <a:chOff x="0" y="0"/>
          <a:chExt cx="0" cy="0"/>
        </a:xfrm>
      </p:grpSpPr>
      <p:pic>
        <p:nvPicPr>
          <p:cNvPr id="306" name="Google Shape;306;p55" descr="People walking past a building with ivy on the side&#10;&#10;Description automatically generated"/>
          <p:cNvPicPr preferRelativeResize="0"/>
          <p:nvPr/>
        </p:nvPicPr>
        <p:blipFill rotWithShape="1">
          <a:blip r:embed="rId2">
            <a:alphaModFix/>
          </a:blip>
          <a:srcRect/>
          <a:stretch/>
        </p:blipFill>
        <p:spPr>
          <a:xfrm>
            <a:off x="259199" y="257621"/>
            <a:ext cx="6703311" cy="4590000"/>
          </a:xfrm>
          <a:prstGeom prst="rect">
            <a:avLst/>
          </a:prstGeom>
          <a:noFill/>
          <a:ln>
            <a:noFill/>
          </a:ln>
        </p:spPr>
      </p:pic>
      <p:sp>
        <p:nvSpPr>
          <p:cNvPr id="307" name="Google Shape;307;p55"/>
          <p:cNvSpPr>
            <a:spLocks noGrp="1"/>
          </p:cNvSpPr>
          <p:nvPr>
            <p:ph type="pic" idx="2"/>
          </p:nvPr>
        </p:nvSpPr>
        <p:spPr>
          <a:xfrm>
            <a:off x="259200" y="257622"/>
            <a:ext cx="5883300" cy="4588800"/>
          </a:xfrm>
          <a:prstGeom prst="rect">
            <a:avLst/>
          </a:prstGeom>
          <a:noFill/>
          <a:ln>
            <a:noFill/>
          </a:ln>
        </p:spPr>
      </p:sp>
      <p:sp>
        <p:nvSpPr>
          <p:cNvPr id="308" name="Google Shape;308;p55"/>
          <p:cNvSpPr/>
          <p:nvPr/>
        </p:nvSpPr>
        <p:spPr>
          <a:xfrm>
            <a:off x="6142428" y="256500"/>
            <a:ext cx="2750100" cy="4590000"/>
          </a:xfrm>
          <a:prstGeom prst="rect">
            <a:avLst/>
          </a:prstGeom>
          <a:solidFill>
            <a:srgbClr val="2C421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09" name="Google Shape;309;p55"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10" name="Google Shape;310;p55"/>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11" name="Google Shape;311;p55"/>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ivider_with image3_style5">
  <p:cSld name="Divider_with image3_style5">
    <p:spTree>
      <p:nvGrpSpPr>
        <p:cNvPr id="1" name="Shape 312"/>
        <p:cNvGrpSpPr/>
        <p:nvPr/>
      </p:nvGrpSpPr>
      <p:grpSpPr>
        <a:xfrm>
          <a:off x="0" y="0"/>
          <a:ext cx="0" cy="0"/>
          <a:chOff x="0" y="0"/>
          <a:chExt cx="0" cy="0"/>
        </a:xfrm>
      </p:grpSpPr>
      <p:pic>
        <p:nvPicPr>
          <p:cNvPr id="313" name="Google Shape;313;p56" descr="Close-up of hands cutting a plant&#10;&#10;Description automatically generated"/>
          <p:cNvPicPr preferRelativeResize="0"/>
          <p:nvPr/>
        </p:nvPicPr>
        <p:blipFill rotWithShape="1">
          <a:blip r:embed="rId2">
            <a:alphaModFix/>
          </a:blip>
          <a:srcRect/>
          <a:stretch/>
        </p:blipFill>
        <p:spPr>
          <a:xfrm>
            <a:off x="259200" y="257622"/>
            <a:ext cx="6837186" cy="4590000"/>
          </a:xfrm>
          <a:prstGeom prst="rect">
            <a:avLst/>
          </a:prstGeom>
          <a:noFill/>
          <a:ln>
            <a:noFill/>
          </a:ln>
        </p:spPr>
      </p:pic>
      <p:sp>
        <p:nvSpPr>
          <p:cNvPr id="314" name="Google Shape;314;p56"/>
          <p:cNvSpPr>
            <a:spLocks noGrp="1"/>
          </p:cNvSpPr>
          <p:nvPr>
            <p:ph type="pic" idx="2"/>
          </p:nvPr>
        </p:nvSpPr>
        <p:spPr>
          <a:xfrm>
            <a:off x="259200" y="257622"/>
            <a:ext cx="5883300" cy="4588800"/>
          </a:xfrm>
          <a:prstGeom prst="rect">
            <a:avLst/>
          </a:prstGeom>
          <a:noFill/>
          <a:ln>
            <a:noFill/>
          </a:ln>
        </p:spPr>
      </p:sp>
      <p:sp>
        <p:nvSpPr>
          <p:cNvPr id="315" name="Google Shape;315;p56"/>
          <p:cNvSpPr/>
          <p:nvPr/>
        </p:nvSpPr>
        <p:spPr>
          <a:xfrm>
            <a:off x="6142428" y="256500"/>
            <a:ext cx="2750100" cy="4590000"/>
          </a:xfrm>
          <a:prstGeom prst="rect">
            <a:avLst/>
          </a:prstGeom>
          <a:solidFill>
            <a:srgbClr val="2C421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16" name="Google Shape;316;p56"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17" name="Google Shape;317;p56"/>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18" name="Google Shape;318;p56"/>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Divider_no image_style5">
  <p:cSld name="Divider_no image_style5">
    <p:spTree>
      <p:nvGrpSpPr>
        <p:cNvPr id="1" name="Shape 319"/>
        <p:cNvGrpSpPr/>
        <p:nvPr/>
      </p:nvGrpSpPr>
      <p:grpSpPr>
        <a:xfrm>
          <a:off x="0" y="0"/>
          <a:ext cx="0" cy="0"/>
          <a:chOff x="0" y="0"/>
          <a:chExt cx="0" cy="0"/>
        </a:xfrm>
      </p:grpSpPr>
      <p:sp>
        <p:nvSpPr>
          <p:cNvPr id="320" name="Google Shape;320;p57"/>
          <p:cNvSpPr/>
          <p:nvPr/>
        </p:nvSpPr>
        <p:spPr>
          <a:xfrm>
            <a:off x="258663" y="257029"/>
            <a:ext cx="8634000" cy="4617000"/>
          </a:xfrm>
          <a:prstGeom prst="rect">
            <a:avLst/>
          </a:prstGeom>
          <a:solidFill>
            <a:srgbClr val="2C421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21" name="Google Shape;321;p57"/>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322" name="Google Shape;322;p57"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Cover_style6">
  <p:cSld name="Cover_style6">
    <p:spTree>
      <p:nvGrpSpPr>
        <p:cNvPr id="1" name="Shape 323"/>
        <p:cNvGrpSpPr/>
        <p:nvPr/>
      </p:nvGrpSpPr>
      <p:grpSpPr>
        <a:xfrm>
          <a:off x="0" y="0"/>
          <a:ext cx="0" cy="0"/>
          <a:chOff x="0" y="0"/>
          <a:chExt cx="0" cy="0"/>
        </a:xfrm>
      </p:grpSpPr>
      <p:sp>
        <p:nvSpPr>
          <p:cNvPr id="324" name="Google Shape;324;p58"/>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325" name="Google Shape;325;p58"/>
          <p:cNvSpPr txBox="1">
            <a:spLocks noGrp="1"/>
          </p:cNvSpPr>
          <p:nvPr>
            <p:ph type="body" idx="2"/>
          </p:nvPr>
        </p:nvSpPr>
        <p:spPr>
          <a:xfrm>
            <a:off x="5798765" y="257029"/>
            <a:ext cx="1542000" cy="1539000"/>
          </a:xfrm>
          <a:prstGeom prst="rect">
            <a:avLst/>
          </a:prstGeom>
          <a:solidFill>
            <a:srgbClr val="FFD629"/>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326" name="Google Shape;326;p58"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327" name="Google Shape;327;p58"/>
          <p:cNvSpPr/>
          <p:nvPr/>
        </p:nvSpPr>
        <p:spPr>
          <a:xfrm>
            <a:off x="5798765" y="1795463"/>
            <a:ext cx="3087000" cy="3078600"/>
          </a:xfrm>
          <a:prstGeom prst="rect">
            <a:avLst/>
          </a:prstGeom>
          <a:solidFill>
            <a:srgbClr val="78000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28" name="Google Shape;328;p58"/>
          <p:cNvSpPr>
            <a:spLocks noGrp="1"/>
          </p:cNvSpPr>
          <p:nvPr>
            <p:ph type="pic" idx="3"/>
          </p:nvPr>
        </p:nvSpPr>
        <p:spPr>
          <a:xfrm>
            <a:off x="406002" y="3820639"/>
            <a:ext cx="1316400" cy="607200"/>
          </a:xfrm>
          <a:prstGeom prst="rect">
            <a:avLst/>
          </a:prstGeom>
          <a:noFill/>
          <a:ln>
            <a:noFill/>
          </a:ln>
        </p:spPr>
      </p:sp>
      <p:sp>
        <p:nvSpPr>
          <p:cNvPr id="329" name="Google Shape;329;p58"/>
          <p:cNvSpPr>
            <a:spLocks noGrp="1"/>
          </p:cNvSpPr>
          <p:nvPr>
            <p:ph type="pic" idx="4"/>
          </p:nvPr>
        </p:nvSpPr>
        <p:spPr>
          <a:xfrm>
            <a:off x="1939347" y="3820639"/>
            <a:ext cx="1316400" cy="607200"/>
          </a:xfrm>
          <a:prstGeom prst="rect">
            <a:avLst/>
          </a:prstGeom>
          <a:noFill/>
          <a:ln>
            <a:noFill/>
          </a:ln>
        </p:spPr>
      </p:sp>
      <p:sp>
        <p:nvSpPr>
          <p:cNvPr id="330" name="Google Shape;330;p58"/>
          <p:cNvSpPr>
            <a:spLocks noGrp="1"/>
          </p:cNvSpPr>
          <p:nvPr>
            <p:ph type="pic" idx="5"/>
          </p:nvPr>
        </p:nvSpPr>
        <p:spPr>
          <a:xfrm>
            <a:off x="3472692" y="3820639"/>
            <a:ext cx="1316400" cy="607200"/>
          </a:xfrm>
          <a:prstGeom prst="rect">
            <a:avLst/>
          </a:prstGeom>
          <a:noFill/>
          <a:ln>
            <a:noFill/>
          </a:ln>
        </p:spPr>
      </p:sp>
      <p:sp>
        <p:nvSpPr>
          <p:cNvPr id="331" name="Google Shape;331;p58"/>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Divider_with image1_style6">
  <p:cSld name="Divider_with image1_style6">
    <p:spTree>
      <p:nvGrpSpPr>
        <p:cNvPr id="1" name="Shape 332"/>
        <p:cNvGrpSpPr/>
        <p:nvPr/>
      </p:nvGrpSpPr>
      <p:grpSpPr>
        <a:xfrm>
          <a:off x="0" y="0"/>
          <a:ext cx="0" cy="0"/>
          <a:chOff x="0" y="0"/>
          <a:chExt cx="0" cy="0"/>
        </a:xfrm>
      </p:grpSpPr>
      <p:pic>
        <p:nvPicPr>
          <p:cNvPr id="333" name="Google Shape;333;p59" descr="A building with a large building and a green field&#10;&#10;Description automatically generated with medium confidence"/>
          <p:cNvPicPr preferRelativeResize="0"/>
          <p:nvPr/>
        </p:nvPicPr>
        <p:blipFill rotWithShape="1">
          <a:blip r:embed="rId2">
            <a:alphaModFix/>
          </a:blip>
          <a:srcRect/>
          <a:stretch/>
        </p:blipFill>
        <p:spPr>
          <a:xfrm>
            <a:off x="259199" y="256499"/>
            <a:ext cx="6880849" cy="4590000"/>
          </a:xfrm>
          <a:prstGeom prst="rect">
            <a:avLst/>
          </a:prstGeom>
          <a:noFill/>
          <a:ln>
            <a:noFill/>
          </a:ln>
        </p:spPr>
      </p:pic>
      <p:sp>
        <p:nvSpPr>
          <p:cNvPr id="334" name="Google Shape;334;p59"/>
          <p:cNvSpPr>
            <a:spLocks noGrp="1"/>
          </p:cNvSpPr>
          <p:nvPr>
            <p:ph type="pic" idx="2"/>
          </p:nvPr>
        </p:nvSpPr>
        <p:spPr>
          <a:xfrm>
            <a:off x="259200" y="256500"/>
            <a:ext cx="5883300" cy="4588800"/>
          </a:xfrm>
          <a:prstGeom prst="rect">
            <a:avLst/>
          </a:prstGeom>
          <a:noFill/>
          <a:ln>
            <a:noFill/>
          </a:ln>
        </p:spPr>
      </p:sp>
      <p:sp>
        <p:nvSpPr>
          <p:cNvPr id="335" name="Google Shape;335;p59"/>
          <p:cNvSpPr/>
          <p:nvPr/>
        </p:nvSpPr>
        <p:spPr>
          <a:xfrm>
            <a:off x="6142428" y="256500"/>
            <a:ext cx="2750100" cy="4590000"/>
          </a:xfrm>
          <a:prstGeom prst="rect">
            <a:avLst/>
          </a:prstGeom>
          <a:solidFill>
            <a:srgbClr val="78000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36" name="Google Shape;336;p59"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37" name="Google Shape;337;p59"/>
          <p:cNvSpPr txBox="1">
            <a:spLocks noGrp="1"/>
          </p:cNvSpPr>
          <p:nvPr>
            <p:ph type="body" idx="1"/>
          </p:nvPr>
        </p:nvSpPr>
        <p:spPr>
          <a:xfrm>
            <a:off x="7981128" y="1175643"/>
            <a:ext cx="911400" cy="918000"/>
          </a:xfrm>
          <a:prstGeom prst="rect">
            <a:avLst/>
          </a:prstGeom>
          <a:solidFill>
            <a:srgbClr val="FFD629"/>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38" name="Google Shape;338;p59"/>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Divider_with image2_style6">
  <p:cSld name="Divider_with image2_style6">
    <p:spTree>
      <p:nvGrpSpPr>
        <p:cNvPr id="1" name="Shape 339"/>
        <p:cNvGrpSpPr/>
        <p:nvPr/>
      </p:nvGrpSpPr>
      <p:grpSpPr>
        <a:xfrm>
          <a:off x="0" y="0"/>
          <a:ext cx="0" cy="0"/>
          <a:chOff x="0" y="0"/>
          <a:chExt cx="0" cy="0"/>
        </a:xfrm>
      </p:grpSpPr>
      <p:pic>
        <p:nvPicPr>
          <p:cNvPr id="340" name="Google Shape;340;p60" descr="A pencil and a piece of wood&#10;&#10;Description automatically generated"/>
          <p:cNvPicPr preferRelativeResize="0"/>
          <p:nvPr/>
        </p:nvPicPr>
        <p:blipFill rotWithShape="1">
          <a:blip r:embed="rId2">
            <a:alphaModFix/>
          </a:blip>
          <a:srcRect r="6744" b="4382"/>
          <a:stretch/>
        </p:blipFill>
        <p:spPr>
          <a:xfrm>
            <a:off x="259199" y="256500"/>
            <a:ext cx="6067996" cy="4589999"/>
          </a:xfrm>
          <a:prstGeom prst="rect">
            <a:avLst/>
          </a:prstGeom>
          <a:noFill/>
          <a:ln>
            <a:noFill/>
          </a:ln>
        </p:spPr>
      </p:pic>
      <p:sp>
        <p:nvSpPr>
          <p:cNvPr id="341" name="Google Shape;341;p60"/>
          <p:cNvSpPr>
            <a:spLocks noGrp="1"/>
          </p:cNvSpPr>
          <p:nvPr>
            <p:ph type="pic" idx="2"/>
          </p:nvPr>
        </p:nvSpPr>
        <p:spPr>
          <a:xfrm>
            <a:off x="259200" y="256500"/>
            <a:ext cx="5883300" cy="4588800"/>
          </a:xfrm>
          <a:prstGeom prst="rect">
            <a:avLst/>
          </a:prstGeom>
          <a:noFill/>
          <a:ln>
            <a:noFill/>
          </a:ln>
        </p:spPr>
      </p:sp>
      <p:sp>
        <p:nvSpPr>
          <p:cNvPr id="342" name="Google Shape;342;p60"/>
          <p:cNvSpPr/>
          <p:nvPr/>
        </p:nvSpPr>
        <p:spPr>
          <a:xfrm>
            <a:off x="6142428" y="256500"/>
            <a:ext cx="2750100" cy="4590000"/>
          </a:xfrm>
          <a:prstGeom prst="rect">
            <a:avLst/>
          </a:prstGeom>
          <a:solidFill>
            <a:srgbClr val="78000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43" name="Google Shape;343;p60"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44" name="Google Shape;344;p60"/>
          <p:cNvSpPr txBox="1">
            <a:spLocks noGrp="1"/>
          </p:cNvSpPr>
          <p:nvPr>
            <p:ph type="body" idx="1"/>
          </p:nvPr>
        </p:nvSpPr>
        <p:spPr>
          <a:xfrm>
            <a:off x="7981128" y="1175643"/>
            <a:ext cx="911400" cy="918000"/>
          </a:xfrm>
          <a:prstGeom prst="rect">
            <a:avLst/>
          </a:prstGeom>
          <a:solidFill>
            <a:srgbClr val="FFD629"/>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45" name="Google Shape;345;p60"/>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Divider_with image3_style6">
  <p:cSld name="Divider_with image3_style6">
    <p:spTree>
      <p:nvGrpSpPr>
        <p:cNvPr id="1" name="Shape 346"/>
        <p:cNvGrpSpPr/>
        <p:nvPr/>
      </p:nvGrpSpPr>
      <p:grpSpPr>
        <a:xfrm>
          <a:off x="0" y="0"/>
          <a:ext cx="0" cy="0"/>
          <a:chOff x="0" y="0"/>
          <a:chExt cx="0" cy="0"/>
        </a:xfrm>
      </p:grpSpPr>
      <p:pic>
        <p:nvPicPr>
          <p:cNvPr id="347" name="Google Shape;347;p61" descr="A close-up of a person holding a pair of hands&#10;&#10;Description automatically generated"/>
          <p:cNvPicPr preferRelativeResize="0"/>
          <p:nvPr/>
        </p:nvPicPr>
        <p:blipFill rotWithShape="1">
          <a:blip r:embed="rId2">
            <a:alphaModFix/>
          </a:blip>
          <a:srcRect/>
          <a:stretch/>
        </p:blipFill>
        <p:spPr>
          <a:xfrm>
            <a:off x="259200" y="256500"/>
            <a:ext cx="6894343" cy="4589999"/>
          </a:xfrm>
          <a:prstGeom prst="rect">
            <a:avLst/>
          </a:prstGeom>
          <a:noFill/>
          <a:ln>
            <a:noFill/>
          </a:ln>
        </p:spPr>
      </p:pic>
      <p:sp>
        <p:nvSpPr>
          <p:cNvPr id="348" name="Google Shape;348;p61"/>
          <p:cNvSpPr>
            <a:spLocks noGrp="1"/>
          </p:cNvSpPr>
          <p:nvPr>
            <p:ph type="pic" idx="2"/>
          </p:nvPr>
        </p:nvSpPr>
        <p:spPr>
          <a:xfrm>
            <a:off x="259200" y="256500"/>
            <a:ext cx="5883300" cy="4588800"/>
          </a:xfrm>
          <a:prstGeom prst="rect">
            <a:avLst/>
          </a:prstGeom>
          <a:noFill/>
          <a:ln>
            <a:noFill/>
          </a:ln>
        </p:spPr>
      </p:sp>
      <p:sp>
        <p:nvSpPr>
          <p:cNvPr id="349" name="Google Shape;349;p61"/>
          <p:cNvSpPr/>
          <p:nvPr/>
        </p:nvSpPr>
        <p:spPr>
          <a:xfrm>
            <a:off x="6142500" y="256500"/>
            <a:ext cx="2750100" cy="4590000"/>
          </a:xfrm>
          <a:prstGeom prst="rect">
            <a:avLst/>
          </a:prstGeom>
          <a:solidFill>
            <a:srgbClr val="78000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50" name="Google Shape;350;p61"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51" name="Google Shape;351;p61"/>
          <p:cNvSpPr txBox="1">
            <a:spLocks noGrp="1"/>
          </p:cNvSpPr>
          <p:nvPr>
            <p:ph type="body" idx="1"/>
          </p:nvPr>
        </p:nvSpPr>
        <p:spPr>
          <a:xfrm>
            <a:off x="7981128" y="1175643"/>
            <a:ext cx="911400" cy="918000"/>
          </a:xfrm>
          <a:prstGeom prst="rect">
            <a:avLst/>
          </a:prstGeom>
          <a:solidFill>
            <a:srgbClr val="FFD629"/>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52" name="Google Shape;352;p61"/>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Divider_no image_style6">
  <p:cSld name="Divider_no image_style6">
    <p:spTree>
      <p:nvGrpSpPr>
        <p:cNvPr id="1" name="Shape 353"/>
        <p:cNvGrpSpPr/>
        <p:nvPr/>
      </p:nvGrpSpPr>
      <p:grpSpPr>
        <a:xfrm>
          <a:off x="0" y="0"/>
          <a:ext cx="0" cy="0"/>
          <a:chOff x="0" y="0"/>
          <a:chExt cx="0" cy="0"/>
        </a:xfrm>
      </p:grpSpPr>
      <p:sp>
        <p:nvSpPr>
          <p:cNvPr id="354" name="Google Shape;354;p62"/>
          <p:cNvSpPr/>
          <p:nvPr/>
        </p:nvSpPr>
        <p:spPr>
          <a:xfrm>
            <a:off x="258663" y="257029"/>
            <a:ext cx="8634000" cy="4617000"/>
          </a:xfrm>
          <a:prstGeom prst="rect">
            <a:avLst/>
          </a:prstGeom>
          <a:solidFill>
            <a:srgbClr val="78000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55" name="Google Shape;355;p62"/>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356" name="Google Shape;356;p62"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Cover_style7">
  <p:cSld name="Cover_style7">
    <p:spTree>
      <p:nvGrpSpPr>
        <p:cNvPr id="1" name="Shape 357"/>
        <p:cNvGrpSpPr/>
        <p:nvPr/>
      </p:nvGrpSpPr>
      <p:grpSpPr>
        <a:xfrm>
          <a:off x="0" y="0"/>
          <a:ext cx="0" cy="0"/>
          <a:chOff x="0" y="0"/>
          <a:chExt cx="0" cy="0"/>
        </a:xfrm>
      </p:grpSpPr>
      <p:sp>
        <p:nvSpPr>
          <p:cNvPr id="358" name="Google Shape;358;p63"/>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359" name="Google Shape;359;p63"/>
          <p:cNvSpPr txBox="1">
            <a:spLocks noGrp="1"/>
          </p:cNvSpPr>
          <p:nvPr>
            <p:ph type="body" idx="2"/>
          </p:nvPr>
        </p:nvSpPr>
        <p:spPr>
          <a:xfrm>
            <a:off x="5798765" y="257029"/>
            <a:ext cx="1542000" cy="1539000"/>
          </a:xfrm>
          <a:prstGeom prst="rect">
            <a:avLst/>
          </a:prstGeom>
          <a:solidFill>
            <a:srgbClr val="73234B"/>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360" name="Google Shape;360;p63"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361" name="Google Shape;361;p63"/>
          <p:cNvSpPr/>
          <p:nvPr/>
        </p:nvSpPr>
        <p:spPr>
          <a:xfrm>
            <a:off x="5798765" y="1795463"/>
            <a:ext cx="3087000" cy="3078600"/>
          </a:xfrm>
          <a:prstGeom prst="rect">
            <a:avLst/>
          </a:prstGeom>
          <a:solidFill>
            <a:srgbClr val="EB7BBE"/>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62" name="Google Shape;362;p63"/>
          <p:cNvSpPr>
            <a:spLocks noGrp="1"/>
          </p:cNvSpPr>
          <p:nvPr>
            <p:ph type="pic" idx="3"/>
          </p:nvPr>
        </p:nvSpPr>
        <p:spPr>
          <a:xfrm>
            <a:off x="406002" y="3820639"/>
            <a:ext cx="1316400" cy="607200"/>
          </a:xfrm>
          <a:prstGeom prst="rect">
            <a:avLst/>
          </a:prstGeom>
          <a:noFill/>
          <a:ln>
            <a:noFill/>
          </a:ln>
        </p:spPr>
      </p:sp>
      <p:sp>
        <p:nvSpPr>
          <p:cNvPr id="363" name="Google Shape;363;p63"/>
          <p:cNvSpPr>
            <a:spLocks noGrp="1"/>
          </p:cNvSpPr>
          <p:nvPr>
            <p:ph type="pic" idx="4"/>
          </p:nvPr>
        </p:nvSpPr>
        <p:spPr>
          <a:xfrm>
            <a:off x="1939347" y="3820639"/>
            <a:ext cx="1316400" cy="607200"/>
          </a:xfrm>
          <a:prstGeom prst="rect">
            <a:avLst/>
          </a:prstGeom>
          <a:noFill/>
          <a:ln>
            <a:noFill/>
          </a:ln>
        </p:spPr>
      </p:sp>
      <p:sp>
        <p:nvSpPr>
          <p:cNvPr id="364" name="Google Shape;364;p63"/>
          <p:cNvSpPr>
            <a:spLocks noGrp="1"/>
          </p:cNvSpPr>
          <p:nvPr>
            <p:ph type="pic" idx="5"/>
          </p:nvPr>
        </p:nvSpPr>
        <p:spPr>
          <a:xfrm>
            <a:off x="3472692" y="3820639"/>
            <a:ext cx="1316400" cy="607200"/>
          </a:xfrm>
          <a:prstGeom prst="rect">
            <a:avLst/>
          </a:prstGeom>
          <a:noFill/>
          <a:ln>
            <a:noFill/>
          </a:ln>
        </p:spPr>
      </p:sp>
      <p:sp>
        <p:nvSpPr>
          <p:cNvPr id="365" name="Google Shape;365;p63"/>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Divider_with image1_style7">
  <p:cSld name="Divider_with image1_style7">
    <p:spTree>
      <p:nvGrpSpPr>
        <p:cNvPr id="1" name="Shape 366"/>
        <p:cNvGrpSpPr/>
        <p:nvPr/>
      </p:nvGrpSpPr>
      <p:grpSpPr>
        <a:xfrm>
          <a:off x="0" y="0"/>
          <a:ext cx="0" cy="0"/>
          <a:chOff x="0" y="0"/>
          <a:chExt cx="0" cy="0"/>
        </a:xfrm>
      </p:grpSpPr>
      <p:pic>
        <p:nvPicPr>
          <p:cNvPr id="367" name="Google Shape;367;p64" descr="A building with trees and grass&#10;&#10;Description automatically generated"/>
          <p:cNvPicPr preferRelativeResize="0"/>
          <p:nvPr/>
        </p:nvPicPr>
        <p:blipFill rotWithShape="1">
          <a:blip r:embed="rId2">
            <a:alphaModFix/>
          </a:blip>
          <a:srcRect/>
          <a:stretch/>
        </p:blipFill>
        <p:spPr>
          <a:xfrm>
            <a:off x="259200" y="256500"/>
            <a:ext cx="6483668" cy="4590000"/>
          </a:xfrm>
          <a:prstGeom prst="rect">
            <a:avLst/>
          </a:prstGeom>
          <a:noFill/>
          <a:ln>
            <a:noFill/>
          </a:ln>
        </p:spPr>
      </p:pic>
      <p:sp>
        <p:nvSpPr>
          <p:cNvPr id="368" name="Google Shape;368;p64"/>
          <p:cNvSpPr>
            <a:spLocks noGrp="1"/>
          </p:cNvSpPr>
          <p:nvPr>
            <p:ph type="pic" idx="2"/>
          </p:nvPr>
        </p:nvSpPr>
        <p:spPr>
          <a:xfrm>
            <a:off x="259200" y="256500"/>
            <a:ext cx="5883300" cy="4588800"/>
          </a:xfrm>
          <a:prstGeom prst="rect">
            <a:avLst/>
          </a:prstGeom>
          <a:noFill/>
          <a:ln>
            <a:noFill/>
          </a:ln>
        </p:spPr>
      </p:sp>
      <p:sp>
        <p:nvSpPr>
          <p:cNvPr id="369" name="Google Shape;369;p64"/>
          <p:cNvSpPr/>
          <p:nvPr/>
        </p:nvSpPr>
        <p:spPr>
          <a:xfrm>
            <a:off x="6142428" y="256500"/>
            <a:ext cx="2750100" cy="4588800"/>
          </a:xfrm>
          <a:prstGeom prst="rect">
            <a:avLst/>
          </a:prstGeom>
          <a:solidFill>
            <a:srgbClr val="73234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70" name="Google Shape;370;p64"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71" name="Google Shape;371;p64"/>
          <p:cNvSpPr txBox="1">
            <a:spLocks noGrp="1"/>
          </p:cNvSpPr>
          <p:nvPr>
            <p:ph type="body" idx="1"/>
          </p:nvPr>
        </p:nvSpPr>
        <p:spPr>
          <a:xfrm>
            <a:off x="7981128" y="1175643"/>
            <a:ext cx="911400" cy="918000"/>
          </a:xfrm>
          <a:prstGeom prst="rect">
            <a:avLst/>
          </a:prstGeom>
          <a:solidFill>
            <a:srgbClr val="EB7BBE"/>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72" name="Google Shape;372;p64"/>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Divider_with image2_style7">
  <p:cSld name="Divider_with image2_style7">
    <p:spTree>
      <p:nvGrpSpPr>
        <p:cNvPr id="1" name="Shape 373"/>
        <p:cNvGrpSpPr/>
        <p:nvPr/>
      </p:nvGrpSpPr>
      <p:grpSpPr>
        <a:xfrm>
          <a:off x="0" y="0"/>
          <a:ext cx="0" cy="0"/>
          <a:chOff x="0" y="0"/>
          <a:chExt cx="0" cy="0"/>
        </a:xfrm>
      </p:grpSpPr>
      <p:pic>
        <p:nvPicPr>
          <p:cNvPr id="374" name="Google Shape;374;p65" descr="A multi-story building with colorful balconies&#10;&#10;Description automatically generated"/>
          <p:cNvPicPr preferRelativeResize="0"/>
          <p:nvPr/>
        </p:nvPicPr>
        <p:blipFill rotWithShape="1">
          <a:blip r:embed="rId2">
            <a:alphaModFix/>
          </a:blip>
          <a:srcRect/>
          <a:stretch/>
        </p:blipFill>
        <p:spPr>
          <a:xfrm>
            <a:off x="259200" y="256500"/>
            <a:ext cx="6884999" cy="4589999"/>
          </a:xfrm>
          <a:prstGeom prst="rect">
            <a:avLst/>
          </a:prstGeom>
          <a:noFill/>
          <a:ln>
            <a:noFill/>
          </a:ln>
        </p:spPr>
      </p:pic>
      <p:sp>
        <p:nvSpPr>
          <p:cNvPr id="375" name="Google Shape;375;p65"/>
          <p:cNvSpPr>
            <a:spLocks noGrp="1"/>
          </p:cNvSpPr>
          <p:nvPr>
            <p:ph type="pic" idx="2"/>
          </p:nvPr>
        </p:nvSpPr>
        <p:spPr>
          <a:xfrm>
            <a:off x="259200" y="256500"/>
            <a:ext cx="5883300" cy="4588800"/>
          </a:xfrm>
          <a:prstGeom prst="rect">
            <a:avLst/>
          </a:prstGeom>
          <a:noFill/>
          <a:ln>
            <a:noFill/>
          </a:ln>
        </p:spPr>
      </p:sp>
      <p:sp>
        <p:nvSpPr>
          <p:cNvPr id="376" name="Google Shape;376;p65"/>
          <p:cNvSpPr/>
          <p:nvPr/>
        </p:nvSpPr>
        <p:spPr>
          <a:xfrm>
            <a:off x="6142428" y="256500"/>
            <a:ext cx="2750100" cy="4588800"/>
          </a:xfrm>
          <a:prstGeom prst="rect">
            <a:avLst/>
          </a:prstGeom>
          <a:solidFill>
            <a:srgbClr val="73234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77" name="Google Shape;377;p65"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78" name="Google Shape;378;p65"/>
          <p:cNvSpPr txBox="1">
            <a:spLocks noGrp="1"/>
          </p:cNvSpPr>
          <p:nvPr>
            <p:ph type="body" idx="1"/>
          </p:nvPr>
        </p:nvSpPr>
        <p:spPr>
          <a:xfrm>
            <a:off x="7981128" y="1175643"/>
            <a:ext cx="911400" cy="918000"/>
          </a:xfrm>
          <a:prstGeom prst="rect">
            <a:avLst/>
          </a:prstGeom>
          <a:solidFill>
            <a:srgbClr val="EB7BBE"/>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79" name="Google Shape;379;p65"/>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Divider_with image3_style7">
  <p:cSld name="Divider_with image3_style7">
    <p:spTree>
      <p:nvGrpSpPr>
        <p:cNvPr id="1" name="Shape 380"/>
        <p:cNvGrpSpPr/>
        <p:nvPr/>
      </p:nvGrpSpPr>
      <p:grpSpPr>
        <a:xfrm>
          <a:off x="0" y="0"/>
          <a:ext cx="0" cy="0"/>
          <a:chOff x="0" y="0"/>
          <a:chExt cx="0" cy="0"/>
        </a:xfrm>
      </p:grpSpPr>
      <p:pic>
        <p:nvPicPr>
          <p:cNvPr id="381" name="Google Shape;381;p66" descr="A person holding a file&#10;&#10;Description automatically generated"/>
          <p:cNvPicPr preferRelativeResize="0"/>
          <p:nvPr/>
        </p:nvPicPr>
        <p:blipFill rotWithShape="1">
          <a:blip r:embed="rId2">
            <a:alphaModFix/>
          </a:blip>
          <a:srcRect/>
          <a:stretch/>
        </p:blipFill>
        <p:spPr>
          <a:xfrm>
            <a:off x="259199" y="256499"/>
            <a:ext cx="6872549" cy="4590000"/>
          </a:xfrm>
          <a:prstGeom prst="rect">
            <a:avLst/>
          </a:prstGeom>
          <a:noFill/>
          <a:ln>
            <a:noFill/>
          </a:ln>
        </p:spPr>
      </p:pic>
      <p:sp>
        <p:nvSpPr>
          <p:cNvPr id="382" name="Google Shape;382;p66"/>
          <p:cNvSpPr>
            <a:spLocks noGrp="1"/>
          </p:cNvSpPr>
          <p:nvPr>
            <p:ph type="pic" idx="2"/>
          </p:nvPr>
        </p:nvSpPr>
        <p:spPr>
          <a:xfrm>
            <a:off x="259200" y="256500"/>
            <a:ext cx="5883300" cy="4588800"/>
          </a:xfrm>
          <a:prstGeom prst="rect">
            <a:avLst/>
          </a:prstGeom>
          <a:noFill/>
          <a:ln>
            <a:noFill/>
          </a:ln>
        </p:spPr>
      </p:sp>
      <p:sp>
        <p:nvSpPr>
          <p:cNvPr id="383" name="Google Shape;383;p66"/>
          <p:cNvSpPr/>
          <p:nvPr/>
        </p:nvSpPr>
        <p:spPr>
          <a:xfrm>
            <a:off x="6142428" y="256500"/>
            <a:ext cx="2750100" cy="4590000"/>
          </a:xfrm>
          <a:prstGeom prst="rect">
            <a:avLst/>
          </a:prstGeom>
          <a:solidFill>
            <a:srgbClr val="73234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384" name="Google Shape;384;p66"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385" name="Google Shape;385;p66"/>
          <p:cNvSpPr txBox="1">
            <a:spLocks noGrp="1"/>
          </p:cNvSpPr>
          <p:nvPr>
            <p:ph type="body" idx="1"/>
          </p:nvPr>
        </p:nvSpPr>
        <p:spPr>
          <a:xfrm>
            <a:off x="7981128" y="1175643"/>
            <a:ext cx="911400" cy="918000"/>
          </a:xfrm>
          <a:prstGeom prst="rect">
            <a:avLst/>
          </a:prstGeom>
          <a:solidFill>
            <a:srgbClr val="EB7BBE"/>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386" name="Google Shape;386;p66"/>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Divider_no image_style7">
  <p:cSld name="Divider_no image_style7">
    <p:spTree>
      <p:nvGrpSpPr>
        <p:cNvPr id="1" name="Shape 387"/>
        <p:cNvGrpSpPr/>
        <p:nvPr/>
      </p:nvGrpSpPr>
      <p:grpSpPr>
        <a:xfrm>
          <a:off x="0" y="0"/>
          <a:ext cx="0" cy="0"/>
          <a:chOff x="0" y="0"/>
          <a:chExt cx="0" cy="0"/>
        </a:xfrm>
      </p:grpSpPr>
      <p:sp>
        <p:nvSpPr>
          <p:cNvPr id="388" name="Google Shape;388;p67"/>
          <p:cNvSpPr/>
          <p:nvPr/>
        </p:nvSpPr>
        <p:spPr>
          <a:xfrm>
            <a:off x="258663" y="257029"/>
            <a:ext cx="8634000" cy="4617000"/>
          </a:xfrm>
          <a:prstGeom prst="rect">
            <a:avLst/>
          </a:prstGeom>
          <a:solidFill>
            <a:srgbClr val="73234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p67"/>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390" name="Google Shape;390;p67"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Cover_style8">
  <p:cSld name="Cover_style8">
    <p:spTree>
      <p:nvGrpSpPr>
        <p:cNvPr id="1" name="Shape 391"/>
        <p:cNvGrpSpPr/>
        <p:nvPr/>
      </p:nvGrpSpPr>
      <p:grpSpPr>
        <a:xfrm>
          <a:off x="0" y="0"/>
          <a:ext cx="0" cy="0"/>
          <a:chOff x="0" y="0"/>
          <a:chExt cx="0" cy="0"/>
        </a:xfrm>
      </p:grpSpPr>
      <p:sp>
        <p:nvSpPr>
          <p:cNvPr id="392" name="Google Shape;392;p68"/>
          <p:cNvSpPr txBox="1">
            <a:spLocks noGrp="1"/>
          </p:cNvSpPr>
          <p:nvPr>
            <p:ph type="body" idx="1"/>
          </p:nvPr>
        </p:nvSpPr>
        <p:spPr>
          <a:xfrm>
            <a:off x="258365" y="257029"/>
            <a:ext cx="5540400" cy="4617000"/>
          </a:xfrm>
          <a:prstGeom prst="rect">
            <a:avLst/>
          </a:prstGeom>
          <a:solidFill>
            <a:schemeClr val="lt2"/>
          </a:solidFill>
          <a:ln>
            <a:noFill/>
          </a:ln>
        </p:spPr>
        <p:txBody>
          <a:bodyPr spcFirstLastPara="1" wrap="square" lIns="135000" tIns="135000" rIns="135000" bIns="135000" anchor="t" anchorCtr="0">
            <a:noAutofit/>
          </a:bodyPr>
          <a:lstStyle>
            <a:lvl1pPr marL="457200" lvl="0" indent="-228600" algn="l">
              <a:lnSpc>
                <a:spcPct val="108333"/>
              </a:lnSpc>
              <a:spcBef>
                <a:spcPts val="0"/>
              </a:spcBef>
              <a:spcAft>
                <a:spcPts val="0"/>
              </a:spcAft>
              <a:buClr>
                <a:schemeClr val="lt1"/>
              </a:buClr>
              <a:buSzPts val="3600"/>
              <a:buNone/>
              <a:defRPr sz="3600">
                <a:solidFill>
                  <a:schemeClr val="lt1"/>
                </a:solidFill>
              </a:defRPr>
            </a:lvl1pPr>
            <a:lvl2pPr marL="914400" lvl="1" indent="-228600" algn="l">
              <a:lnSpc>
                <a:spcPct val="111111"/>
              </a:lnSpc>
              <a:spcBef>
                <a:spcPts val="900"/>
              </a:spcBef>
              <a:spcAft>
                <a:spcPts val="0"/>
              </a:spcAft>
              <a:buSzPts val="2700"/>
              <a:buFont typeface="Arial"/>
              <a:buNone/>
              <a:defRPr sz="2700">
                <a:solidFill>
                  <a:schemeClr val="lt1"/>
                </a:solidFill>
              </a:defRPr>
            </a:lvl2pPr>
            <a:lvl3pPr marL="1371600" lvl="2" indent="-228600" algn="l">
              <a:lnSpc>
                <a:spcPct val="111111"/>
              </a:lnSpc>
              <a:spcBef>
                <a:spcPts val="900"/>
              </a:spcBef>
              <a:spcAft>
                <a:spcPts val="0"/>
              </a:spcAft>
              <a:buSzPts val="1400"/>
              <a:buNone/>
              <a:defRPr sz="1400">
                <a:solidFill>
                  <a:schemeClr val="lt1"/>
                </a:solidFill>
              </a:defRPr>
            </a:lvl3pPr>
            <a:lvl4pPr marL="1828800" lvl="3" indent="-228600" algn="l">
              <a:lnSpc>
                <a:spcPct val="111111"/>
              </a:lnSpc>
              <a:spcBef>
                <a:spcPts val="900"/>
              </a:spcBef>
              <a:spcAft>
                <a:spcPts val="0"/>
              </a:spcAft>
              <a:buSzPts val="1400"/>
              <a:buNone/>
              <a:defRPr sz="1400">
                <a:solidFill>
                  <a:schemeClr val="lt1"/>
                </a:solidFill>
              </a:defRPr>
            </a:lvl4pPr>
            <a:lvl5pPr marL="2286000" lvl="4" indent="-228600" algn="l">
              <a:lnSpc>
                <a:spcPct val="111111"/>
              </a:lnSpc>
              <a:spcBef>
                <a:spcPts val="900"/>
              </a:spcBef>
              <a:spcAft>
                <a:spcPts val="0"/>
              </a:spcAft>
              <a:buSzPts val="1400"/>
              <a:buNone/>
              <a:defRPr sz="1400">
                <a:solidFill>
                  <a:schemeClr val="lt1"/>
                </a:solidFill>
              </a:defRPr>
            </a:lvl5pPr>
            <a:lvl6pPr marL="2743200" lvl="5" indent="-228600" algn="l">
              <a:lnSpc>
                <a:spcPct val="111111"/>
              </a:lnSpc>
              <a:spcBef>
                <a:spcPts val="900"/>
              </a:spcBef>
              <a:spcAft>
                <a:spcPts val="0"/>
              </a:spcAft>
              <a:buSzPts val="1400"/>
              <a:buNone/>
              <a:defRPr sz="1400">
                <a:solidFill>
                  <a:schemeClr val="lt1"/>
                </a:solidFill>
              </a:defRPr>
            </a:lvl6pPr>
            <a:lvl7pPr marL="3200400" lvl="6" indent="-228600" algn="l">
              <a:lnSpc>
                <a:spcPct val="111111"/>
              </a:lnSpc>
              <a:spcBef>
                <a:spcPts val="900"/>
              </a:spcBef>
              <a:spcAft>
                <a:spcPts val="0"/>
              </a:spcAft>
              <a:buSzPts val="1400"/>
              <a:buNone/>
              <a:defRPr sz="1400">
                <a:solidFill>
                  <a:schemeClr val="lt1"/>
                </a:solidFill>
              </a:defRPr>
            </a:lvl7pPr>
            <a:lvl8pPr marL="3657600" lvl="7" indent="-228600" algn="l">
              <a:lnSpc>
                <a:spcPct val="111111"/>
              </a:lnSpc>
              <a:spcBef>
                <a:spcPts val="900"/>
              </a:spcBef>
              <a:spcAft>
                <a:spcPts val="0"/>
              </a:spcAft>
              <a:buSzPts val="1400"/>
              <a:buNone/>
              <a:defRPr sz="1400">
                <a:solidFill>
                  <a:schemeClr val="lt1"/>
                </a:solidFill>
              </a:defRPr>
            </a:lvl8pPr>
            <a:lvl9pPr marL="4114800" lvl="8" indent="-228600" algn="l">
              <a:lnSpc>
                <a:spcPct val="111111"/>
              </a:lnSpc>
              <a:spcBef>
                <a:spcPts val="900"/>
              </a:spcBef>
              <a:spcAft>
                <a:spcPts val="900"/>
              </a:spcAft>
              <a:buSzPts val="1400"/>
              <a:buNone/>
              <a:defRPr sz="1400">
                <a:solidFill>
                  <a:schemeClr val="lt1"/>
                </a:solidFill>
              </a:defRPr>
            </a:lvl9pPr>
          </a:lstStyle>
          <a:p>
            <a:endParaRPr/>
          </a:p>
        </p:txBody>
      </p:sp>
      <p:sp>
        <p:nvSpPr>
          <p:cNvPr id="393" name="Google Shape;393;p68"/>
          <p:cNvSpPr txBox="1">
            <a:spLocks noGrp="1"/>
          </p:cNvSpPr>
          <p:nvPr>
            <p:ph type="body" idx="2"/>
          </p:nvPr>
        </p:nvSpPr>
        <p:spPr>
          <a:xfrm>
            <a:off x="5798765" y="257029"/>
            <a:ext cx="1542000" cy="1539000"/>
          </a:xfrm>
          <a:prstGeom prst="rect">
            <a:avLst/>
          </a:prstGeom>
          <a:solidFill>
            <a:schemeClr val="accent1"/>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1"/>
              </a:buClr>
              <a:buSzPts val="900"/>
              <a:buFont typeface="Arial"/>
              <a:buNone/>
              <a:defRPr sz="900" b="1">
                <a:solidFill>
                  <a:schemeClr val="lt1"/>
                </a:solidFill>
              </a:defRPr>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pic>
        <p:nvPicPr>
          <p:cNvPr id="394" name="Google Shape;394;p68" descr="Logo&#10;&#10;Description automatically generated"/>
          <p:cNvPicPr preferRelativeResize="0"/>
          <p:nvPr/>
        </p:nvPicPr>
        <p:blipFill rotWithShape="1">
          <a:blip r:embed="rId2">
            <a:alphaModFix/>
          </a:blip>
          <a:srcRect t="231" b="230"/>
          <a:stretch/>
        </p:blipFill>
        <p:spPr>
          <a:xfrm>
            <a:off x="7339807" y="257029"/>
            <a:ext cx="1545827" cy="1538433"/>
          </a:xfrm>
          <a:prstGeom prst="rect">
            <a:avLst/>
          </a:prstGeom>
          <a:noFill/>
          <a:ln>
            <a:noFill/>
          </a:ln>
        </p:spPr>
      </p:pic>
      <p:sp>
        <p:nvSpPr>
          <p:cNvPr id="395" name="Google Shape;395;p68"/>
          <p:cNvSpPr/>
          <p:nvPr/>
        </p:nvSpPr>
        <p:spPr>
          <a:xfrm>
            <a:off x="5798765" y="1795463"/>
            <a:ext cx="3087000" cy="3078600"/>
          </a:xfrm>
          <a:prstGeom prst="rect">
            <a:avLst/>
          </a:prstGeom>
          <a:solidFill>
            <a:srgbClr val="C8C8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396" name="Google Shape;396;p68"/>
          <p:cNvSpPr>
            <a:spLocks noGrp="1"/>
          </p:cNvSpPr>
          <p:nvPr>
            <p:ph type="pic" idx="3"/>
          </p:nvPr>
        </p:nvSpPr>
        <p:spPr>
          <a:xfrm>
            <a:off x="406002" y="3820639"/>
            <a:ext cx="1316400" cy="607200"/>
          </a:xfrm>
          <a:prstGeom prst="rect">
            <a:avLst/>
          </a:prstGeom>
          <a:noFill/>
          <a:ln>
            <a:noFill/>
          </a:ln>
        </p:spPr>
      </p:sp>
      <p:sp>
        <p:nvSpPr>
          <p:cNvPr id="397" name="Google Shape;397;p68"/>
          <p:cNvSpPr>
            <a:spLocks noGrp="1"/>
          </p:cNvSpPr>
          <p:nvPr>
            <p:ph type="pic" idx="4"/>
          </p:nvPr>
        </p:nvSpPr>
        <p:spPr>
          <a:xfrm>
            <a:off x="1939347" y="3820639"/>
            <a:ext cx="1316400" cy="607200"/>
          </a:xfrm>
          <a:prstGeom prst="rect">
            <a:avLst/>
          </a:prstGeom>
          <a:noFill/>
          <a:ln>
            <a:noFill/>
          </a:ln>
        </p:spPr>
      </p:sp>
      <p:sp>
        <p:nvSpPr>
          <p:cNvPr id="398" name="Google Shape;398;p68"/>
          <p:cNvSpPr>
            <a:spLocks noGrp="1"/>
          </p:cNvSpPr>
          <p:nvPr>
            <p:ph type="pic" idx="5"/>
          </p:nvPr>
        </p:nvSpPr>
        <p:spPr>
          <a:xfrm>
            <a:off x="3472692" y="3820639"/>
            <a:ext cx="1316400" cy="607200"/>
          </a:xfrm>
          <a:prstGeom prst="rect">
            <a:avLst/>
          </a:prstGeom>
          <a:noFill/>
          <a:ln>
            <a:noFill/>
          </a:ln>
        </p:spPr>
      </p:sp>
      <p:sp>
        <p:nvSpPr>
          <p:cNvPr id="399" name="Google Shape;399;p68"/>
          <p:cNvSpPr txBox="1">
            <a:spLocks noGrp="1"/>
          </p:cNvSpPr>
          <p:nvPr>
            <p:ph type="body" idx="6"/>
          </p:nvPr>
        </p:nvSpPr>
        <p:spPr>
          <a:xfrm>
            <a:off x="406001" y="4495298"/>
            <a:ext cx="4383000" cy="304200"/>
          </a:xfrm>
          <a:prstGeom prst="rect">
            <a:avLst/>
          </a:prstGeom>
          <a:noFill/>
          <a:ln>
            <a:noFill/>
          </a:ln>
        </p:spPr>
        <p:txBody>
          <a:bodyPr spcFirstLastPara="1" wrap="square" lIns="0" tIns="0" rIns="0" bIns="0" anchor="t" anchorCtr="0">
            <a:noAutofit/>
          </a:bodyPr>
          <a:lstStyle>
            <a:lvl1pPr marL="457200" lvl="0" indent="-228600" algn="l">
              <a:lnSpc>
                <a:spcPct val="114285"/>
              </a:lnSpc>
              <a:spcBef>
                <a:spcPts val="0"/>
              </a:spcBef>
              <a:spcAft>
                <a:spcPts val="0"/>
              </a:spcAft>
              <a:buClr>
                <a:schemeClr val="lt1"/>
              </a:buClr>
              <a:buSzPts val="1100"/>
              <a:buFont typeface="Arial"/>
              <a:buNone/>
              <a:defRPr sz="1100">
                <a:solidFill>
                  <a:schemeClr val="lt1"/>
                </a:solidFill>
              </a:defRPr>
            </a:lvl1pPr>
            <a:lvl2pPr marL="914400" lvl="1" indent="-228600" algn="l">
              <a:lnSpc>
                <a:spcPct val="114285"/>
              </a:lnSpc>
              <a:spcBef>
                <a:spcPts val="0"/>
              </a:spcBef>
              <a:spcAft>
                <a:spcPts val="0"/>
              </a:spcAft>
              <a:buSzPts val="1100"/>
              <a:buFont typeface="Arial"/>
              <a:buNone/>
              <a:defRPr sz="1100">
                <a:solidFill>
                  <a:schemeClr val="lt1"/>
                </a:solidFill>
              </a:defRPr>
            </a:lvl2pPr>
            <a:lvl3pPr marL="1371600" lvl="2" indent="-228600" algn="l">
              <a:lnSpc>
                <a:spcPct val="114285"/>
              </a:lnSpc>
              <a:spcBef>
                <a:spcPts val="0"/>
              </a:spcBef>
              <a:spcAft>
                <a:spcPts val="0"/>
              </a:spcAft>
              <a:buSzPts val="1100"/>
              <a:buFont typeface="Arial"/>
              <a:buNone/>
              <a:defRPr sz="1100">
                <a:solidFill>
                  <a:schemeClr val="lt1"/>
                </a:solidFill>
              </a:defRPr>
            </a:lvl3pPr>
            <a:lvl4pPr marL="1828800" lvl="3" indent="-228600" algn="l">
              <a:lnSpc>
                <a:spcPct val="114285"/>
              </a:lnSpc>
              <a:spcBef>
                <a:spcPts val="0"/>
              </a:spcBef>
              <a:spcAft>
                <a:spcPts val="0"/>
              </a:spcAft>
              <a:buSzPts val="1100"/>
              <a:buFont typeface="Arial"/>
              <a:buNone/>
              <a:defRPr sz="1100">
                <a:solidFill>
                  <a:schemeClr val="lt1"/>
                </a:solidFill>
              </a:defRPr>
            </a:lvl4pPr>
            <a:lvl5pPr marL="2286000" lvl="4" indent="-228600" algn="l">
              <a:lnSpc>
                <a:spcPct val="114285"/>
              </a:lnSpc>
              <a:spcBef>
                <a:spcPts val="0"/>
              </a:spcBef>
              <a:spcAft>
                <a:spcPts val="0"/>
              </a:spcAft>
              <a:buSzPts val="1100"/>
              <a:buFont typeface="Arial"/>
              <a:buNone/>
              <a:defRPr sz="1100">
                <a:solidFill>
                  <a:schemeClr val="lt1"/>
                </a:solidFill>
              </a:defRPr>
            </a:lvl5pPr>
            <a:lvl6pPr marL="2743200" lvl="5" indent="-228600" algn="l">
              <a:lnSpc>
                <a:spcPct val="114285"/>
              </a:lnSpc>
              <a:spcBef>
                <a:spcPts val="0"/>
              </a:spcBef>
              <a:spcAft>
                <a:spcPts val="0"/>
              </a:spcAft>
              <a:buSzPts val="1100"/>
              <a:buFont typeface="Arial"/>
              <a:buNone/>
              <a:defRPr sz="1100">
                <a:solidFill>
                  <a:schemeClr val="lt1"/>
                </a:solidFill>
              </a:defRPr>
            </a:lvl6pPr>
            <a:lvl7pPr marL="3200400" lvl="6" indent="-228600" algn="l">
              <a:lnSpc>
                <a:spcPct val="114285"/>
              </a:lnSpc>
              <a:spcBef>
                <a:spcPts val="0"/>
              </a:spcBef>
              <a:spcAft>
                <a:spcPts val="0"/>
              </a:spcAft>
              <a:buSzPts val="1100"/>
              <a:buFont typeface="Arial"/>
              <a:buNone/>
              <a:defRPr sz="1100">
                <a:solidFill>
                  <a:schemeClr val="lt1"/>
                </a:solidFill>
              </a:defRPr>
            </a:lvl7pPr>
            <a:lvl8pPr marL="3657600" lvl="7" indent="-228600" algn="l">
              <a:lnSpc>
                <a:spcPct val="114285"/>
              </a:lnSpc>
              <a:spcBef>
                <a:spcPts val="0"/>
              </a:spcBef>
              <a:spcAft>
                <a:spcPts val="0"/>
              </a:spcAft>
              <a:buSzPts val="1100"/>
              <a:buFont typeface="Arial"/>
              <a:buNone/>
              <a:defRPr sz="1100">
                <a:solidFill>
                  <a:schemeClr val="lt1"/>
                </a:solidFill>
              </a:defRPr>
            </a:lvl8pPr>
            <a:lvl9pPr marL="4114800" lvl="8" indent="-228600" algn="l">
              <a:lnSpc>
                <a:spcPct val="114285"/>
              </a:lnSpc>
              <a:spcBef>
                <a:spcPts val="0"/>
              </a:spcBef>
              <a:spcAft>
                <a:spcPts val="0"/>
              </a:spcAft>
              <a:buSzPts val="1100"/>
              <a:buFont typeface="Arial"/>
              <a:buNone/>
              <a:defRPr sz="1100">
                <a:solidFill>
                  <a:schemeClr val="lt1"/>
                </a:solidFill>
              </a:defRPr>
            </a:lvl9pPr>
          </a:lstStyle>
          <a:p>
            <a:endParaRPr/>
          </a:p>
        </p:txBody>
      </p:sp>
    </p:spTree>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Divider_with image1_style8">
  <p:cSld name="Divider_with image1_style8">
    <p:spTree>
      <p:nvGrpSpPr>
        <p:cNvPr id="1" name="Shape 400"/>
        <p:cNvGrpSpPr/>
        <p:nvPr/>
      </p:nvGrpSpPr>
      <p:grpSpPr>
        <a:xfrm>
          <a:off x="0" y="0"/>
          <a:ext cx="0" cy="0"/>
          <a:chOff x="0" y="0"/>
          <a:chExt cx="0" cy="0"/>
        </a:xfrm>
      </p:grpSpPr>
      <p:pic>
        <p:nvPicPr>
          <p:cNvPr id="401" name="Google Shape;401;p69" descr="A person walking past a building&#10;&#10;Description automatically generated"/>
          <p:cNvPicPr preferRelativeResize="0"/>
          <p:nvPr/>
        </p:nvPicPr>
        <p:blipFill rotWithShape="1">
          <a:blip r:embed="rId2">
            <a:alphaModFix/>
          </a:blip>
          <a:srcRect/>
          <a:stretch/>
        </p:blipFill>
        <p:spPr>
          <a:xfrm>
            <a:off x="259199" y="256500"/>
            <a:ext cx="6874018" cy="4590001"/>
          </a:xfrm>
          <a:prstGeom prst="rect">
            <a:avLst/>
          </a:prstGeom>
          <a:noFill/>
          <a:ln>
            <a:noFill/>
          </a:ln>
        </p:spPr>
      </p:pic>
      <p:sp>
        <p:nvSpPr>
          <p:cNvPr id="402" name="Google Shape;402;p69"/>
          <p:cNvSpPr>
            <a:spLocks noGrp="1"/>
          </p:cNvSpPr>
          <p:nvPr>
            <p:ph type="pic" idx="2"/>
          </p:nvPr>
        </p:nvSpPr>
        <p:spPr>
          <a:xfrm>
            <a:off x="259200" y="256500"/>
            <a:ext cx="5883300" cy="4588800"/>
          </a:xfrm>
          <a:prstGeom prst="rect">
            <a:avLst/>
          </a:prstGeom>
          <a:noFill/>
          <a:ln>
            <a:noFill/>
          </a:ln>
        </p:spPr>
      </p:sp>
      <p:sp>
        <p:nvSpPr>
          <p:cNvPr id="403" name="Google Shape;403;p69"/>
          <p:cNvSpPr/>
          <p:nvPr/>
        </p:nvSpPr>
        <p:spPr>
          <a:xfrm>
            <a:off x="6142428" y="256500"/>
            <a:ext cx="2750100" cy="4590000"/>
          </a:xfrm>
          <a:prstGeom prst="rect">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404" name="Google Shape;404;p69"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405" name="Google Shape;405;p69"/>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406" name="Google Shape;406;p69"/>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Divider_with image2_style8">
  <p:cSld name="Divider_with image2_style8">
    <p:spTree>
      <p:nvGrpSpPr>
        <p:cNvPr id="1" name="Shape 407"/>
        <p:cNvGrpSpPr/>
        <p:nvPr/>
      </p:nvGrpSpPr>
      <p:grpSpPr>
        <a:xfrm>
          <a:off x="0" y="0"/>
          <a:ext cx="0" cy="0"/>
          <a:chOff x="0" y="0"/>
          <a:chExt cx="0" cy="0"/>
        </a:xfrm>
      </p:grpSpPr>
      <p:pic>
        <p:nvPicPr>
          <p:cNvPr id="408" name="Google Shape;408;p70" descr="A sculpture outside of a building&#10;&#10;Description automatically generated"/>
          <p:cNvPicPr preferRelativeResize="0"/>
          <p:nvPr/>
        </p:nvPicPr>
        <p:blipFill rotWithShape="1">
          <a:blip r:embed="rId2">
            <a:alphaModFix/>
          </a:blip>
          <a:srcRect/>
          <a:stretch/>
        </p:blipFill>
        <p:spPr>
          <a:xfrm>
            <a:off x="259200" y="256500"/>
            <a:ext cx="6227953" cy="4589999"/>
          </a:xfrm>
          <a:prstGeom prst="rect">
            <a:avLst/>
          </a:prstGeom>
          <a:noFill/>
          <a:ln>
            <a:noFill/>
          </a:ln>
        </p:spPr>
      </p:pic>
      <p:sp>
        <p:nvSpPr>
          <p:cNvPr id="409" name="Google Shape;409;p70"/>
          <p:cNvSpPr>
            <a:spLocks noGrp="1"/>
          </p:cNvSpPr>
          <p:nvPr>
            <p:ph type="pic" idx="2"/>
          </p:nvPr>
        </p:nvSpPr>
        <p:spPr>
          <a:xfrm>
            <a:off x="259200" y="256500"/>
            <a:ext cx="5883300" cy="4588800"/>
          </a:xfrm>
          <a:prstGeom prst="rect">
            <a:avLst/>
          </a:prstGeom>
          <a:noFill/>
          <a:ln>
            <a:noFill/>
          </a:ln>
        </p:spPr>
      </p:sp>
      <p:sp>
        <p:nvSpPr>
          <p:cNvPr id="410" name="Google Shape;410;p70"/>
          <p:cNvSpPr/>
          <p:nvPr/>
        </p:nvSpPr>
        <p:spPr>
          <a:xfrm>
            <a:off x="6142428" y="256500"/>
            <a:ext cx="2750100" cy="4590000"/>
          </a:xfrm>
          <a:prstGeom prst="rect">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411" name="Google Shape;411;p70"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412" name="Google Shape;412;p70"/>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413" name="Google Shape;413;p70"/>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Divider_with image3_style8">
  <p:cSld name="Divider_with image3_style8">
    <p:spTree>
      <p:nvGrpSpPr>
        <p:cNvPr id="1" name="Shape 414"/>
        <p:cNvGrpSpPr/>
        <p:nvPr/>
      </p:nvGrpSpPr>
      <p:grpSpPr>
        <a:xfrm>
          <a:off x="0" y="0"/>
          <a:ext cx="0" cy="0"/>
          <a:chOff x="0" y="0"/>
          <a:chExt cx="0" cy="0"/>
        </a:xfrm>
      </p:grpSpPr>
      <p:pic>
        <p:nvPicPr>
          <p:cNvPr id="415" name="Google Shape;415;p71" descr="A person cleaning a surface&#10;&#10;Description automatically generated"/>
          <p:cNvPicPr preferRelativeResize="0"/>
          <p:nvPr/>
        </p:nvPicPr>
        <p:blipFill rotWithShape="1">
          <a:blip r:embed="rId2">
            <a:alphaModFix/>
          </a:blip>
          <a:srcRect/>
          <a:stretch/>
        </p:blipFill>
        <p:spPr>
          <a:xfrm>
            <a:off x="259200" y="256499"/>
            <a:ext cx="6826794" cy="4590000"/>
          </a:xfrm>
          <a:prstGeom prst="rect">
            <a:avLst/>
          </a:prstGeom>
          <a:noFill/>
          <a:ln>
            <a:noFill/>
          </a:ln>
        </p:spPr>
      </p:pic>
      <p:sp>
        <p:nvSpPr>
          <p:cNvPr id="416" name="Google Shape;416;p71"/>
          <p:cNvSpPr>
            <a:spLocks noGrp="1"/>
          </p:cNvSpPr>
          <p:nvPr>
            <p:ph type="pic" idx="2"/>
          </p:nvPr>
        </p:nvSpPr>
        <p:spPr>
          <a:xfrm>
            <a:off x="259200" y="256500"/>
            <a:ext cx="5883300" cy="4588800"/>
          </a:xfrm>
          <a:prstGeom prst="rect">
            <a:avLst/>
          </a:prstGeom>
          <a:noFill/>
          <a:ln>
            <a:noFill/>
          </a:ln>
        </p:spPr>
      </p:sp>
      <p:sp>
        <p:nvSpPr>
          <p:cNvPr id="417" name="Google Shape;417;p71"/>
          <p:cNvSpPr/>
          <p:nvPr/>
        </p:nvSpPr>
        <p:spPr>
          <a:xfrm>
            <a:off x="6142428" y="256500"/>
            <a:ext cx="2750100" cy="4590600"/>
          </a:xfrm>
          <a:prstGeom prst="rect">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418" name="Google Shape;418;p71" descr="Logo&#10;&#10;Description automatically generated"/>
          <p:cNvPicPr preferRelativeResize="0"/>
          <p:nvPr/>
        </p:nvPicPr>
        <p:blipFill rotWithShape="1">
          <a:blip r:embed="rId3">
            <a:alphaModFix/>
          </a:blip>
          <a:srcRect l="65" r="64"/>
          <a:stretch/>
        </p:blipFill>
        <p:spPr>
          <a:xfrm>
            <a:off x="7975800" y="256500"/>
            <a:ext cx="916763" cy="917845"/>
          </a:xfrm>
          <a:prstGeom prst="rect">
            <a:avLst/>
          </a:prstGeom>
          <a:noFill/>
          <a:ln>
            <a:noFill/>
          </a:ln>
        </p:spPr>
      </p:pic>
      <p:sp>
        <p:nvSpPr>
          <p:cNvPr id="419" name="Google Shape;419;p71"/>
          <p:cNvSpPr txBox="1">
            <a:spLocks noGrp="1"/>
          </p:cNvSpPr>
          <p:nvPr>
            <p:ph type="body" idx="1"/>
          </p:nvPr>
        </p:nvSpPr>
        <p:spPr>
          <a:xfrm>
            <a:off x="7981128" y="1175643"/>
            <a:ext cx="911400" cy="918000"/>
          </a:xfrm>
          <a:prstGeom prst="rect">
            <a:avLst/>
          </a:prstGeom>
          <a:solidFill>
            <a:srgbClr val="C8C8C8"/>
          </a:solidFill>
          <a:ln>
            <a:noFill/>
          </a:ln>
        </p:spPr>
        <p:txBody>
          <a:bodyPr spcFirstLastPara="1" wrap="square" lIns="135000" tIns="108000" rIns="108000" bIns="108000" anchor="t" anchorCtr="0">
            <a:noAutofit/>
          </a:bodyPr>
          <a:lstStyle>
            <a:lvl1pPr marL="457200" lvl="0" indent="-228600" algn="l">
              <a:lnSpc>
                <a:spcPct val="116666"/>
              </a:lnSpc>
              <a:spcBef>
                <a:spcPts val="0"/>
              </a:spcBef>
              <a:spcAft>
                <a:spcPts val="0"/>
              </a:spcAft>
              <a:buClr>
                <a:schemeClr val="lt2"/>
              </a:buClr>
              <a:buSzPts val="900"/>
              <a:buFont typeface="Arial"/>
              <a:buNone/>
              <a:defRPr sz="900" b="1"/>
            </a:lvl1pPr>
            <a:lvl2pPr marL="914400" lvl="1" indent="-228600" algn="l">
              <a:lnSpc>
                <a:spcPct val="116666"/>
              </a:lnSpc>
              <a:spcBef>
                <a:spcPts val="0"/>
              </a:spcBef>
              <a:spcAft>
                <a:spcPts val="0"/>
              </a:spcAft>
              <a:buSzPts val="900"/>
              <a:buFont typeface="Arial"/>
              <a:buNone/>
              <a:defRPr sz="900" b="1"/>
            </a:lvl2pPr>
            <a:lvl3pPr marL="1371600" lvl="2" indent="-228600" algn="l">
              <a:lnSpc>
                <a:spcPct val="116666"/>
              </a:lnSpc>
              <a:spcBef>
                <a:spcPts val="0"/>
              </a:spcBef>
              <a:spcAft>
                <a:spcPts val="0"/>
              </a:spcAft>
              <a:buSzPts val="900"/>
              <a:buFont typeface="Arial"/>
              <a:buNone/>
              <a:defRPr sz="900" b="1"/>
            </a:lvl3pPr>
            <a:lvl4pPr marL="1828800" lvl="3" indent="-228600" algn="l">
              <a:lnSpc>
                <a:spcPct val="116666"/>
              </a:lnSpc>
              <a:spcBef>
                <a:spcPts val="0"/>
              </a:spcBef>
              <a:spcAft>
                <a:spcPts val="0"/>
              </a:spcAft>
              <a:buSzPts val="900"/>
              <a:buFont typeface="Arial"/>
              <a:buNone/>
              <a:defRPr sz="900" b="1"/>
            </a:lvl4pPr>
            <a:lvl5pPr marL="2286000" lvl="4" indent="-228600" algn="l">
              <a:lnSpc>
                <a:spcPct val="116666"/>
              </a:lnSpc>
              <a:spcBef>
                <a:spcPts val="0"/>
              </a:spcBef>
              <a:spcAft>
                <a:spcPts val="0"/>
              </a:spcAft>
              <a:buSzPts val="900"/>
              <a:buFont typeface="Arial"/>
              <a:buNone/>
              <a:defRPr sz="900" b="1"/>
            </a:lvl5pPr>
            <a:lvl6pPr marL="2743200" lvl="5" indent="-228600" algn="l">
              <a:lnSpc>
                <a:spcPct val="116666"/>
              </a:lnSpc>
              <a:spcBef>
                <a:spcPts val="0"/>
              </a:spcBef>
              <a:spcAft>
                <a:spcPts val="0"/>
              </a:spcAft>
              <a:buSzPts val="900"/>
              <a:buFont typeface="Arial"/>
              <a:buNone/>
              <a:defRPr sz="900" b="1"/>
            </a:lvl6pPr>
            <a:lvl7pPr marL="3200400" lvl="6" indent="-228600" algn="l">
              <a:lnSpc>
                <a:spcPct val="116666"/>
              </a:lnSpc>
              <a:spcBef>
                <a:spcPts val="0"/>
              </a:spcBef>
              <a:spcAft>
                <a:spcPts val="0"/>
              </a:spcAft>
              <a:buSzPts val="900"/>
              <a:buFont typeface="Arial"/>
              <a:buNone/>
              <a:defRPr sz="900" b="1"/>
            </a:lvl7pPr>
            <a:lvl8pPr marL="3657600" lvl="7" indent="-228600" algn="l">
              <a:lnSpc>
                <a:spcPct val="116666"/>
              </a:lnSpc>
              <a:spcBef>
                <a:spcPts val="0"/>
              </a:spcBef>
              <a:spcAft>
                <a:spcPts val="0"/>
              </a:spcAft>
              <a:buSzPts val="900"/>
              <a:buFont typeface="Arial"/>
              <a:buNone/>
              <a:defRPr sz="900" b="1"/>
            </a:lvl8pPr>
            <a:lvl9pPr marL="4114800" lvl="8" indent="-228600" algn="l">
              <a:lnSpc>
                <a:spcPct val="116666"/>
              </a:lnSpc>
              <a:spcBef>
                <a:spcPts val="0"/>
              </a:spcBef>
              <a:spcAft>
                <a:spcPts val="0"/>
              </a:spcAft>
              <a:buSzPts val="900"/>
              <a:buFont typeface="Arial"/>
              <a:buNone/>
              <a:defRPr sz="900" b="1"/>
            </a:lvl9pPr>
          </a:lstStyle>
          <a:p>
            <a:endParaRPr/>
          </a:p>
        </p:txBody>
      </p:sp>
      <p:sp>
        <p:nvSpPr>
          <p:cNvPr id="420" name="Google Shape;420;p71"/>
          <p:cNvSpPr txBox="1">
            <a:spLocks noGrp="1"/>
          </p:cNvSpPr>
          <p:nvPr>
            <p:ph type="body" idx="3"/>
          </p:nvPr>
        </p:nvSpPr>
        <p:spPr>
          <a:xfrm>
            <a:off x="6142500" y="256500"/>
            <a:ext cx="1827600" cy="1837200"/>
          </a:xfrm>
          <a:prstGeom prst="rect">
            <a:avLst/>
          </a:prstGeom>
          <a:noFill/>
          <a:ln>
            <a:noFill/>
          </a:ln>
        </p:spPr>
        <p:txBody>
          <a:bodyPr spcFirstLastPara="1" wrap="square" lIns="108000" tIns="108000" rIns="108000" bIns="108000" anchor="t" anchorCtr="0">
            <a:noAutofit/>
          </a:bodyPr>
          <a:lstStyle>
            <a:lvl1pPr marL="457200" lvl="0" indent="-228600" algn="l">
              <a:lnSpc>
                <a:spcPct val="108333"/>
              </a:lnSpc>
              <a:spcBef>
                <a:spcPts val="0"/>
              </a:spcBef>
              <a:spcAft>
                <a:spcPts val="0"/>
              </a:spcAft>
              <a:buClr>
                <a:schemeClr val="lt1"/>
              </a:buClr>
              <a:buSzPts val="1800"/>
              <a:buNone/>
              <a:defRPr sz="1800">
                <a:solidFill>
                  <a:schemeClr val="lt1"/>
                </a:solidFill>
              </a:defRPr>
            </a:lvl1pPr>
            <a:lvl2pPr marL="914400" lvl="1" indent="-228600" algn="l">
              <a:lnSpc>
                <a:spcPct val="112500"/>
              </a:lnSpc>
              <a:spcBef>
                <a:spcPts val="500"/>
              </a:spcBef>
              <a:spcAft>
                <a:spcPts val="0"/>
              </a:spcAft>
              <a:buSzPts val="1200"/>
              <a:buFont typeface="Arial"/>
              <a:buNone/>
              <a:defRPr sz="1200">
                <a:solidFill>
                  <a:schemeClr val="lt1"/>
                </a:solidFill>
              </a:defRPr>
            </a:lvl2pPr>
            <a:lvl3pPr marL="1371600" lvl="2" indent="-228600" algn="l">
              <a:lnSpc>
                <a:spcPct val="116666"/>
              </a:lnSpc>
              <a:spcBef>
                <a:spcPts val="500"/>
              </a:spcBef>
              <a:spcAft>
                <a:spcPts val="0"/>
              </a:spcAft>
              <a:buSzPts val="900"/>
              <a:buNone/>
              <a:defRPr sz="900">
                <a:solidFill>
                  <a:schemeClr val="lt1"/>
                </a:solidFill>
              </a:defRPr>
            </a:lvl3pPr>
            <a:lvl4pPr marL="1828800" lvl="3" indent="-228600" algn="l">
              <a:lnSpc>
                <a:spcPct val="116666"/>
              </a:lnSpc>
              <a:spcBef>
                <a:spcPts val="500"/>
              </a:spcBef>
              <a:spcAft>
                <a:spcPts val="0"/>
              </a:spcAft>
              <a:buSzPts val="900"/>
              <a:buNone/>
              <a:defRPr sz="900">
                <a:solidFill>
                  <a:schemeClr val="lt1"/>
                </a:solidFill>
              </a:defRPr>
            </a:lvl4pPr>
            <a:lvl5pPr marL="2286000" lvl="4" indent="-228600" algn="l">
              <a:lnSpc>
                <a:spcPct val="116666"/>
              </a:lnSpc>
              <a:spcBef>
                <a:spcPts val="500"/>
              </a:spcBef>
              <a:spcAft>
                <a:spcPts val="0"/>
              </a:spcAft>
              <a:buSzPts val="900"/>
              <a:buNone/>
              <a:defRPr sz="900">
                <a:solidFill>
                  <a:schemeClr val="lt1"/>
                </a:solidFill>
              </a:defRPr>
            </a:lvl5pPr>
            <a:lvl6pPr marL="2743200" lvl="5" indent="-228600" algn="l">
              <a:lnSpc>
                <a:spcPct val="116666"/>
              </a:lnSpc>
              <a:spcBef>
                <a:spcPts val="500"/>
              </a:spcBef>
              <a:spcAft>
                <a:spcPts val="0"/>
              </a:spcAft>
              <a:buSzPts val="900"/>
              <a:buNone/>
              <a:defRPr sz="900">
                <a:solidFill>
                  <a:schemeClr val="lt1"/>
                </a:solidFill>
              </a:defRPr>
            </a:lvl6pPr>
            <a:lvl7pPr marL="3200400" lvl="6" indent="-228600" algn="l">
              <a:lnSpc>
                <a:spcPct val="116666"/>
              </a:lnSpc>
              <a:spcBef>
                <a:spcPts val="500"/>
              </a:spcBef>
              <a:spcAft>
                <a:spcPts val="0"/>
              </a:spcAft>
              <a:buSzPts val="900"/>
              <a:buNone/>
              <a:defRPr sz="900">
                <a:solidFill>
                  <a:schemeClr val="lt1"/>
                </a:solidFill>
              </a:defRPr>
            </a:lvl7pPr>
            <a:lvl8pPr marL="3657600" lvl="7" indent="-228600" algn="l">
              <a:lnSpc>
                <a:spcPct val="116666"/>
              </a:lnSpc>
              <a:spcBef>
                <a:spcPts val="500"/>
              </a:spcBef>
              <a:spcAft>
                <a:spcPts val="0"/>
              </a:spcAft>
              <a:buSzPts val="900"/>
              <a:buNone/>
              <a:defRPr sz="900">
                <a:solidFill>
                  <a:schemeClr val="lt1"/>
                </a:solidFill>
              </a:defRPr>
            </a:lvl8pPr>
            <a:lvl9pPr marL="4114800" lvl="8" indent="-228600" algn="l">
              <a:lnSpc>
                <a:spcPct val="116666"/>
              </a:lnSpc>
              <a:spcBef>
                <a:spcPts val="500"/>
              </a:spcBef>
              <a:spcAft>
                <a:spcPts val="500"/>
              </a:spcAft>
              <a:buSzPts val="900"/>
              <a:buNone/>
              <a:defRPr sz="900">
                <a:solidFill>
                  <a:schemeClr val="lt1"/>
                </a:solidFill>
              </a:defRPr>
            </a:lvl9pPr>
          </a:lstStyle>
          <a:p>
            <a:endParaRPr/>
          </a:p>
        </p:txBody>
      </p:sp>
    </p:spTree>
  </p:cSld>
  <p:clrMapOvr>
    <a:masterClrMapping/>
  </p:clrMapOvr>
  <p:hf hdr="0" ftr="0" dt="0"/>
  <p:extLst>
    <p:ext uri="{DCECCB84-F9BA-43D5-87BE-67443E8EF086}">
      <p15:sldGuideLst xmlns:p15="http://schemas.microsoft.com/office/powerpoint/2012/main">
        <p15:guide id="1" orient="horz" pos="153">
          <p15:clr>
            <a:srgbClr val="FBAE40"/>
          </p15:clr>
        </p15:guide>
        <p15:guide id="2" pos="15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Divider_no image_style8">
  <p:cSld name="Divider_no image_style8">
    <p:spTree>
      <p:nvGrpSpPr>
        <p:cNvPr id="1" name="Shape 421"/>
        <p:cNvGrpSpPr/>
        <p:nvPr/>
      </p:nvGrpSpPr>
      <p:grpSpPr>
        <a:xfrm>
          <a:off x="0" y="0"/>
          <a:ext cx="0" cy="0"/>
          <a:chOff x="0" y="0"/>
          <a:chExt cx="0" cy="0"/>
        </a:xfrm>
      </p:grpSpPr>
      <p:sp>
        <p:nvSpPr>
          <p:cNvPr id="422" name="Google Shape;422;p72"/>
          <p:cNvSpPr/>
          <p:nvPr/>
        </p:nvSpPr>
        <p:spPr>
          <a:xfrm>
            <a:off x="258663" y="257029"/>
            <a:ext cx="8634000" cy="4617000"/>
          </a:xfrm>
          <a:prstGeom prst="rect">
            <a:avLst/>
          </a:prstGeom>
          <a:solidFill>
            <a:schemeClr val="accent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23" name="Google Shape;423;p72"/>
          <p:cNvSpPr txBox="1">
            <a:spLocks noGrp="1"/>
          </p:cNvSpPr>
          <p:nvPr>
            <p:ph type="title"/>
          </p:nvPr>
        </p:nvSpPr>
        <p:spPr>
          <a:xfrm>
            <a:off x="426600" y="375300"/>
            <a:ext cx="3572100" cy="4357800"/>
          </a:xfrm>
          <a:prstGeom prst="rect">
            <a:avLst/>
          </a:prstGeom>
          <a:noFill/>
          <a:ln>
            <a:noFill/>
          </a:ln>
        </p:spPr>
        <p:txBody>
          <a:bodyPr spcFirstLastPara="1" wrap="square" lIns="0" tIns="0" rIns="0" bIns="0" anchor="t" anchorCtr="0">
            <a:noAutofit/>
          </a:bodyPr>
          <a:lstStyle>
            <a:lvl1pPr lvl="0" algn="l">
              <a:lnSpc>
                <a:spcPct val="108333"/>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424" name="Google Shape;424;p72" descr="Logo&#10;&#10;Description automatically generated"/>
          <p:cNvPicPr preferRelativeResize="0"/>
          <p:nvPr/>
        </p:nvPicPr>
        <p:blipFill rotWithShape="1">
          <a:blip r:embed="rId2">
            <a:alphaModFix/>
          </a:blip>
          <a:srcRect l="65" r="64"/>
          <a:stretch/>
        </p:blipFill>
        <p:spPr>
          <a:xfrm>
            <a:off x="7975800" y="256500"/>
            <a:ext cx="916763" cy="917845"/>
          </a:xfrm>
          <a:prstGeom prst="rect">
            <a:avLst/>
          </a:prstGeom>
          <a:noFill/>
          <a:ln>
            <a:noFill/>
          </a:ln>
        </p:spPr>
      </p:pic>
    </p:spTree>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5"/>
        <p:cNvGrpSpPr/>
        <p:nvPr/>
      </p:nvGrpSpPr>
      <p:grpSpPr>
        <a:xfrm>
          <a:off x="0" y="0"/>
          <a:ext cx="0" cy="0"/>
          <a:chOff x="0" y="0"/>
          <a:chExt cx="0" cy="0"/>
        </a:xfrm>
      </p:grpSpPr>
      <p:sp>
        <p:nvSpPr>
          <p:cNvPr id="426" name="Google Shape;426;p73"/>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27" name="Google Shape;427;p73"/>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28" name="Google Shape;428;p73"/>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r>
              <a:rPr lang="zh-CN"/>
              <a:t>Page [</a:t>
            </a:r>
            <a:fld id="{00000000-1234-1234-1234-123412341234}" type="slidenum">
              <a:rPr lang="en-US" altLang="zh-CN"/>
              <a:t>‹#›</a:t>
            </a:fld>
            <a:r>
              <a:rPr lang="zh-CN" sz="800" b="1">
                <a:solidFill>
                  <a:schemeClr val="lt2"/>
                </a:solidFill>
                <a:latin typeface="Arial"/>
                <a:ea typeface="Arial"/>
                <a:cs typeface="Arial"/>
                <a:sym typeface="Arial"/>
              </a:rPr>
              <a:t>]</a:t>
            </a:r>
            <a:endParaRPr/>
          </a:p>
        </p:txBody>
      </p:sp>
    </p:spTree>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9"/>
        <p:cNvGrpSpPr/>
        <p:nvPr/>
      </p:nvGrpSpPr>
      <p:grpSpPr>
        <a:xfrm>
          <a:off x="0" y="0"/>
          <a:ext cx="0" cy="0"/>
          <a:chOff x="0" y="0"/>
          <a:chExt cx="0" cy="0"/>
        </a:xfrm>
      </p:grpSpPr>
      <p:sp>
        <p:nvSpPr>
          <p:cNvPr id="430" name="Google Shape;430;p74"/>
          <p:cNvSpPr txBox="1">
            <a:spLocks noGrp="1"/>
          </p:cNvSpPr>
          <p:nvPr>
            <p:ph type="title"/>
          </p:nvPr>
        </p:nvSpPr>
        <p:spPr>
          <a:xfrm>
            <a:off x="628650" y="273844"/>
            <a:ext cx="7886700" cy="994200"/>
          </a:xfrm>
          <a:prstGeom prst="rect">
            <a:avLst/>
          </a:prstGeom>
          <a:noFill/>
          <a:ln>
            <a:noFill/>
          </a:ln>
        </p:spPr>
        <p:txBody>
          <a:bodyPr spcFirstLastPara="1" wrap="square" lIns="0" tIns="0" rIns="0" bIns="0" anchor="t" anchorCtr="0">
            <a:noAutofit/>
          </a:bodyPr>
          <a:lstStyle>
            <a:lvl1pPr lvl="0" algn="l">
              <a:lnSpc>
                <a:spcPct val="222222"/>
              </a:lnSpc>
              <a:spcBef>
                <a:spcPts val="0"/>
              </a:spcBef>
              <a:spcAft>
                <a:spcPts val="0"/>
              </a:spcAft>
              <a:buClr>
                <a:schemeClr val="l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31" name="Google Shape;431;p74"/>
          <p:cNvSpPr txBox="1">
            <a:spLocks noGrp="1"/>
          </p:cNvSpPr>
          <p:nvPr>
            <p:ph type="body" idx="1"/>
          </p:nvPr>
        </p:nvSpPr>
        <p:spPr>
          <a:xfrm>
            <a:off x="628650" y="1416889"/>
            <a:ext cx="7886700" cy="3215700"/>
          </a:xfrm>
          <a:prstGeom prst="rect">
            <a:avLst/>
          </a:prstGeom>
          <a:noFill/>
          <a:ln>
            <a:noFill/>
          </a:ln>
        </p:spPr>
        <p:txBody>
          <a:bodyPr spcFirstLastPara="1" wrap="square" lIns="0" tIns="0" rIns="0" bIns="0" anchor="t" anchorCtr="0">
            <a:noAutofit/>
          </a:bodyPr>
          <a:lstStyle>
            <a:lvl1pPr marL="457200" lvl="0" indent="-228600" algn="l">
              <a:lnSpc>
                <a:spcPct val="133333"/>
              </a:lnSpc>
              <a:spcBef>
                <a:spcPts val="0"/>
              </a:spcBef>
              <a:spcAft>
                <a:spcPts val="0"/>
              </a:spcAft>
              <a:buClr>
                <a:schemeClr val="lt2"/>
              </a:buClr>
              <a:buSzPts val="1400"/>
              <a:buNone/>
              <a:defRPr/>
            </a:lvl1pPr>
            <a:lvl2pPr marL="914400" lvl="1" indent="-228600" algn="l">
              <a:lnSpc>
                <a:spcPct val="133333"/>
              </a:lnSpc>
              <a:spcBef>
                <a:spcPts val="500"/>
              </a:spcBef>
              <a:spcAft>
                <a:spcPts val="0"/>
              </a:spcAft>
              <a:buSzPts val="1400"/>
              <a:buNone/>
              <a:defRPr/>
            </a:lvl2pPr>
            <a:lvl3pPr marL="1371600" lvl="2" indent="-317500" algn="l">
              <a:lnSpc>
                <a:spcPct val="144444"/>
              </a:lnSpc>
              <a:spcBef>
                <a:spcPts val="500"/>
              </a:spcBef>
              <a:spcAft>
                <a:spcPts val="0"/>
              </a:spcAft>
              <a:buSzPts val="1400"/>
              <a:buChar char="•"/>
              <a:defRPr/>
            </a:lvl3pPr>
            <a:lvl4pPr marL="1828800" lvl="3" indent="-317500" algn="l">
              <a:lnSpc>
                <a:spcPct val="133333"/>
              </a:lnSpc>
              <a:spcBef>
                <a:spcPts val="500"/>
              </a:spcBef>
              <a:spcAft>
                <a:spcPts val="0"/>
              </a:spcAft>
              <a:buSzPts val="1400"/>
              <a:buChar char="‒"/>
              <a:defRPr/>
            </a:lvl4pPr>
            <a:lvl5pPr marL="2286000" lvl="4" indent="-317500" algn="l">
              <a:lnSpc>
                <a:spcPct val="133333"/>
              </a:lnSpc>
              <a:spcBef>
                <a:spcPts val="500"/>
              </a:spcBef>
              <a:spcAft>
                <a:spcPts val="0"/>
              </a:spcAft>
              <a:buSzPts val="1400"/>
              <a:buChar char="‒"/>
              <a:defRPr/>
            </a:lvl5pPr>
            <a:lvl6pPr marL="2743200" lvl="5" indent="-317500" algn="l">
              <a:lnSpc>
                <a:spcPct val="133333"/>
              </a:lnSpc>
              <a:spcBef>
                <a:spcPts val="500"/>
              </a:spcBef>
              <a:spcAft>
                <a:spcPts val="0"/>
              </a:spcAft>
              <a:buSzPts val="1400"/>
              <a:buChar char="‒"/>
              <a:defRPr/>
            </a:lvl6pPr>
            <a:lvl7pPr marL="3200400" lvl="6" indent="-317500" algn="l">
              <a:lnSpc>
                <a:spcPct val="133333"/>
              </a:lnSpc>
              <a:spcBef>
                <a:spcPts val="500"/>
              </a:spcBef>
              <a:spcAft>
                <a:spcPts val="0"/>
              </a:spcAft>
              <a:buSzPts val="1400"/>
              <a:buChar char="‒"/>
              <a:defRPr/>
            </a:lvl7pPr>
            <a:lvl8pPr marL="3657600" lvl="7" indent="-317500" algn="l">
              <a:lnSpc>
                <a:spcPct val="133333"/>
              </a:lnSpc>
              <a:spcBef>
                <a:spcPts val="500"/>
              </a:spcBef>
              <a:spcAft>
                <a:spcPts val="0"/>
              </a:spcAft>
              <a:buSzPts val="1400"/>
              <a:buChar char="‒"/>
              <a:defRPr/>
            </a:lvl8pPr>
            <a:lvl9pPr marL="4114800" lvl="8" indent="-317500" algn="l">
              <a:lnSpc>
                <a:spcPct val="133333"/>
              </a:lnSpc>
              <a:spcBef>
                <a:spcPts val="500"/>
              </a:spcBef>
              <a:spcAft>
                <a:spcPts val="500"/>
              </a:spcAft>
              <a:buSzPts val="1400"/>
              <a:buChar char="‒"/>
              <a:defRPr/>
            </a:lvl9pPr>
          </a:lstStyle>
          <a:p>
            <a:endParaRPr/>
          </a:p>
        </p:txBody>
      </p:sp>
      <p:sp>
        <p:nvSpPr>
          <p:cNvPr id="432" name="Google Shape;432;p74"/>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800">
                <a:solidFill>
                  <a:schemeClr val="dk1"/>
                </a:solidFill>
                <a:latin typeface="Arial"/>
                <a:ea typeface="Arial"/>
                <a:cs typeface="Arial"/>
                <a:sym typeface="Arial"/>
              </a:defRPr>
            </a:lvl1pPr>
            <a:lvl2pPr marR="0" lvl="1" algn="l" rtl="0">
              <a:spcBef>
                <a:spcPts val="0"/>
              </a:spcBef>
              <a:spcAft>
                <a:spcPts val="0"/>
              </a:spcAft>
              <a:buSzPts val="11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800" b="0" i="0" u="none" strike="noStrike" cap="none">
                <a:solidFill>
                  <a:schemeClr val="dk1"/>
                </a:solidFill>
                <a:latin typeface="Arial"/>
                <a:ea typeface="Arial"/>
                <a:cs typeface="Arial"/>
                <a:sym typeface="Arial"/>
              </a:defRPr>
            </a:lvl9pPr>
          </a:lstStyle>
          <a:p>
            <a:endParaRPr/>
          </a:p>
        </p:txBody>
      </p:sp>
      <p:sp>
        <p:nvSpPr>
          <p:cNvPr id="433" name="Google Shape;433;p74"/>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lvl="0" algn="l">
              <a:lnSpc>
                <a:spcPct val="66666"/>
              </a:lnSpc>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4" name="Google Shape;434;p74"/>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lvl="0" indent="0" algn="r">
              <a:lnSpc>
                <a:spcPct val="120000"/>
              </a:lnSpc>
              <a:spcBef>
                <a:spcPts val="0"/>
              </a:spcBef>
              <a:buNone/>
              <a:defRPr/>
            </a:lvl1pPr>
            <a:lvl2pPr marL="0" lvl="1" indent="0" algn="r">
              <a:lnSpc>
                <a:spcPct val="120000"/>
              </a:lnSpc>
              <a:spcBef>
                <a:spcPts val="0"/>
              </a:spcBef>
              <a:buNone/>
              <a:defRPr/>
            </a:lvl2pPr>
            <a:lvl3pPr marL="0" lvl="2" indent="0" algn="r">
              <a:lnSpc>
                <a:spcPct val="120000"/>
              </a:lnSpc>
              <a:spcBef>
                <a:spcPts val="0"/>
              </a:spcBef>
              <a:buNone/>
              <a:defRPr/>
            </a:lvl3pPr>
            <a:lvl4pPr marL="0" lvl="3" indent="0" algn="r">
              <a:lnSpc>
                <a:spcPct val="120000"/>
              </a:lnSpc>
              <a:spcBef>
                <a:spcPts val="0"/>
              </a:spcBef>
              <a:buNone/>
              <a:defRPr/>
            </a:lvl4pPr>
            <a:lvl5pPr marL="0" lvl="4" indent="0" algn="r">
              <a:lnSpc>
                <a:spcPct val="120000"/>
              </a:lnSpc>
              <a:spcBef>
                <a:spcPts val="0"/>
              </a:spcBef>
              <a:buNone/>
              <a:defRPr/>
            </a:lvl5pPr>
            <a:lvl6pPr marL="0" lvl="5" indent="0" algn="r">
              <a:lnSpc>
                <a:spcPct val="120000"/>
              </a:lnSpc>
              <a:spcBef>
                <a:spcPts val="0"/>
              </a:spcBef>
              <a:buNone/>
              <a:defRPr/>
            </a:lvl6pPr>
            <a:lvl7pPr marL="0" lvl="6" indent="0" algn="r">
              <a:lnSpc>
                <a:spcPct val="120000"/>
              </a:lnSpc>
              <a:spcBef>
                <a:spcPts val="0"/>
              </a:spcBef>
              <a:buNone/>
              <a:defRPr/>
            </a:lvl7pPr>
            <a:lvl8pPr marL="0" lvl="7" indent="0" algn="r">
              <a:lnSpc>
                <a:spcPct val="120000"/>
              </a:lnSpc>
              <a:spcBef>
                <a:spcPts val="0"/>
              </a:spcBef>
              <a:buNone/>
              <a:defRPr/>
            </a:lvl8pPr>
            <a:lvl9pPr marL="0" lvl="8" indent="0" algn="r">
              <a:lnSpc>
                <a:spcPct val="120000"/>
              </a:lnSpc>
              <a:spcBef>
                <a:spcPts val="0"/>
              </a:spcBef>
              <a:buNone/>
              <a:defRPr/>
            </a:lvl9pPr>
          </a:lstStyle>
          <a:p>
            <a:pPr marL="0" lvl="0" indent="0" algn="r" rtl="0">
              <a:spcBef>
                <a:spcPts val="0"/>
              </a:spcBef>
              <a:spcAft>
                <a:spcPts val="0"/>
              </a:spcAft>
              <a:buNone/>
            </a:pPr>
            <a:fld id="{00000000-1234-1234-1234-123412341234}" type="slidenum">
              <a:rPr lang="en-US" altLang="zh-CN"/>
              <a:t>‹#›</a:t>
            </a:fld>
            <a:endParaRPr/>
          </a:p>
        </p:txBody>
      </p:sp>
    </p:spTree>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5"/>
        <p:cNvGrpSpPr/>
        <p:nvPr/>
      </p:nvGrpSpPr>
      <p:grpSpPr>
        <a:xfrm>
          <a:off x="0" y="0"/>
          <a:ext cx="0" cy="0"/>
          <a:chOff x="0" y="0"/>
          <a:chExt cx="0" cy="0"/>
        </a:xfrm>
      </p:grpSpPr>
      <p:sp>
        <p:nvSpPr>
          <p:cNvPr id="436" name="Google Shape;436;p75"/>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37" name="Google Shape;437;p75"/>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8" name="Google Shape;438;p75"/>
          <p:cNvSpPr txBox="1">
            <a:spLocks noGrp="1"/>
          </p:cNvSpPr>
          <p:nvPr>
            <p:ph type="sldNum" idx="12"/>
          </p:nvPr>
        </p:nvSpPr>
        <p:spPr>
          <a:xfrm>
            <a:off x="8472458" y="4663217"/>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t>‹#›</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700445" y="4827894"/>
            <a:ext cx="1184400" cy="162000"/>
          </a:xfrm>
          <a:prstGeom prst="rect">
            <a:avLst/>
          </a:prstGeom>
          <a:noFill/>
          <a:ln>
            <a:noFill/>
          </a:ln>
        </p:spPr>
        <p:txBody>
          <a:bodyPr spcFirstLastPara="1" wrap="square" lIns="0" tIns="0" rIns="0" bIns="0" anchor="ctr" anchorCtr="0">
            <a:noAutofit/>
          </a:bodyPr>
          <a:lstStyle>
            <a:lvl1pPr marL="0" marR="0" lvl="0" indent="0" algn="r" rtl="0">
              <a:lnSpc>
                <a:spcPct val="120000"/>
              </a:lnSpc>
              <a:spcBef>
                <a:spcPts val="0"/>
              </a:spcBef>
              <a:buNone/>
              <a:defRPr sz="800" b="1" i="0" u="none" strike="noStrike" cap="none">
                <a:solidFill>
                  <a:schemeClr val="lt2"/>
                </a:solidFill>
                <a:latin typeface="Arial"/>
                <a:ea typeface="Arial"/>
                <a:cs typeface="Arial"/>
                <a:sym typeface="Arial"/>
              </a:defRPr>
            </a:lvl1pPr>
            <a:lvl2pPr marL="0" marR="0" lvl="1" indent="0" algn="r" rtl="0">
              <a:lnSpc>
                <a:spcPct val="120000"/>
              </a:lnSpc>
              <a:spcBef>
                <a:spcPts val="0"/>
              </a:spcBef>
              <a:buNone/>
              <a:defRPr sz="800" b="1" i="0" u="none" strike="noStrike" cap="none">
                <a:solidFill>
                  <a:schemeClr val="lt2"/>
                </a:solidFill>
                <a:latin typeface="Arial"/>
                <a:ea typeface="Arial"/>
                <a:cs typeface="Arial"/>
                <a:sym typeface="Arial"/>
              </a:defRPr>
            </a:lvl2pPr>
            <a:lvl3pPr marL="0" marR="0" lvl="2" indent="0" algn="r" rtl="0">
              <a:lnSpc>
                <a:spcPct val="120000"/>
              </a:lnSpc>
              <a:spcBef>
                <a:spcPts val="0"/>
              </a:spcBef>
              <a:buNone/>
              <a:defRPr sz="800" b="1" i="0" u="none" strike="noStrike" cap="none">
                <a:solidFill>
                  <a:schemeClr val="lt2"/>
                </a:solidFill>
                <a:latin typeface="Arial"/>
                <a:ea typeface="Arial"/>
                <a:cs typeface="Arial"/>
                <a:sym typeface="Arial"/>
              </a:defRPr>
            </a:lvl3pPr>
            <a:lvl4pPr marL="0" marR="0" lvl="3" indent="0" algn="r" rtl="0">
              <a:lnSpc>
                <a:spcPct val="120000"/>
              </a:lnSpc>
              <a:spcBef>
                <a:spcPts val="0"/>
              </a:spcBef>
              <a:buNone/>
              <a:defRPr sz="800" b="1" i="0" u="none" strike="noStrike" cap="none">
                <a:solidFill>
                  <a:schemeClr val="lt2"/>
                </a:solidFill>
                <a:latin typeface="Arial"/>
                <a:ea typeface="Arial"/>
                <a:cs typeface="Arial"/>
                <a:sym typeface="Arial"/>
              </a:defRPr>
            </a:lvl4pPr>
            <a:lvl5pPr marL="0" marR="0" lvl="4" indent="0" algn="r" rtl="0">
              <a:lnSpc>
                <a:spcPct val="120000"/>
              </a:lnSpc>
              <a:spcBef>
                <a:spcPts val="0"/>
              </a:spcBef>
              <a:buNone/>
              <a:defRPr sz="800" b="1" i="0" u="none" strike="noStrike" cap="none">
                <a:solidFill>
                  <a:schemeClr val="lt2"/>
                </a:solidFill>
                <a:latin typeface="Arial"/>
                <a:ea typeface="Arial"/>
                <a:cs typeface="Arial"/>
                <a:sym typeface="Arial"/>
              </a:defRPr>
            </a:lvl5pPr>
            <a:lvl6pPr marL="0" marR="0" lvl="5" indent="0" algn="r" rtl="0">
              <a:lnSpc>
                <a:spcPct val="120000"/>
              </a:lnSpc>
              <a:spcBef>
                <a:spcPts val="0"/>
              </a:spcBef>
              <a:buNone/>
              <a:defRPr sz="800" b="1" i="0" u="none" strike="noStrike" cap="none">
                <a:solidFill>
                  <a:schemeClr val="lt2"/>
                </a:solidFill>
                <a:latin typeface="Arial"/>
                <a:ea typeface="Arial"/>
                <a:cs typeface="Arial"/>
                <a:sym typeface="Arial"/>
              </a:defRPr>
            </a:lvl6pPr>
            <a:lvl7pPr marL="0" marR="0" lvl="6" indent="0" algn="r" rtl="0">
              <a:lnSpc>
                <a:spcPct val="120000"/>
              </a:lnSpc>
              <a:spcBef>
                <a:spcPts val="0"/>
              </a:spcBef>
              <a:buNone/>
              <a:defRPr sz="800" b="1" i="0" u="none" strike="noStrike" cap="none">
                <a:solidFill>
                  <a:schemeClr val="lt2"/>
                </a:solidFill>
                <a:latin typeface="Arial"/>
                <a:ea typeface="Arial"/>
                <a:cs typeface="Arial"/>
                <a:sym typeface="Arial"/>
              </a:defRPr>
            </a:lvl7pPr>
            <a:lvl8pPr marL="0" marR="0" lvl="7" indent="0" algn="r" rtl="0">
              <a:lnSpc>
                <a:spcPct val="120000"/>
              </a:lnSpc>
              <a:spcBef>
                <a:spcPts val="0"/>
              </a:spcBef>
              <a:buNone/>
              <a:defRPr sz="800" b="1" i="0" u="none" strike="noStrike" cap="none">
                <a:solidFill>
                  <a:schemeClr val="lt2"/>
                </a:solidFill>
                <a:latin typeface="Arial"/>
                <a:ea typeface="Arial"/>
                <a:cs typeface="Arial"/>
                <a:sym typeface="Arial"/>
              </a:defRPr>
            </a:lvl8pPr>
            <a:lvl9pPr marL="0" marR="0" lvl="8" indent="0" algn="r" rtl="0">
              <a:lnSpc>
                <a:spcPct val="120000"/>
              </a:lnSpc>
              <a:spcBef>
                <a:spcPts val="0"/>
              </a:spcBef>
              <a:buNone/>
              <a:defRPr sz="800" b="1"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r>
              <a:rPr lang="zh-CN"/>
              <a:t>Page [</a:t>
            </a:r>
            <a:fld id="{00000000-1234-1234-1234-123412341234}" type="slidenum">
              <a:rPr lang="en-US" altLang="zh-CN"/>
              <a:t>‹#›</a:t>
            </a:fld>
            <a:r>
              <a:rPr lang="zh-CN"/>
              <a:t>]</a:t>
            </a:r>
            <a:endParaRPr/>
          </a:p>
        </p:txBody>
      </p:sp>
      <p:sp>
        <p:nvSpPr>
          <p:cNvPr id="52" name="Google Shape;52;p13"/>
          <p:cNvSpPr txBox="1">
            <a:spLocks noGrp="1"/>
          </p:cNvSpPr>
          <p:nvPr>
            <p:ph type="ftr" idx="11"/>
          </p:nvPr>
        </p:nvSpPr>
        <p:spPr>
          <a:xfrm>
            <a:off x="259200" y="4827894"/>
            <a:ext cx="3086100" cy="162000"/>
          </a:xfrm>
          <a:prstGeom prst="rect">
            <a:avLst/>
          </a:prstGeom>
          <a:noFill/>
          <a:ln>
            <a:noFill/>
          </a:ln>
        </p:spPr>
        <p:txBody>
          <a:bodyPr spcFirstLastPara="1" wrap="square" lIns="0" tIns="0" rIns="0" bIns="0" anchor="ctr" anchorCtr="0">
            <a:noAutofit/>
          </a:bodyPr>
          <a:lstStyle>
            <a:lvl1pPr marR="0" lvl="0" algn="l" rtl="0">
              <a:lnSpc>
                <a:spcPct val="120000"/>
              </a:lnSpc>
              <a:spcBef>
                <a:spcPts val="0"/>
              </a:spcBef>
              <a:spcAft>
                <a:spcPts val="0"/>
              </a:spcAft>
              <a:buSzPts val="1100"/>
              <a:buNone/>
              <a:defRPr sz="800" b="1" i="0" u="none" strike="noStrike" cap="none">
                <a:solidFill>
                  <a:schemeClr val="lt2"/>
                </a:solidFill>
                <a:latin typeface="Arial"/>
                <a:ea typeface="Arial"/>
                <a:cs typeface="Arial"/>
                <a:sym typeface="Arial"/>
              </a:defRPr>
            </a:lvl1pPr>
            <a:lvl2pPr marR="0" lvl="1" algn="l" rtl="0">
              <a:spcBef>
                <a:spcPts val="0"/>
              </a:spcBef>
              <a:spcAft>
                <a:spcPts val="0"/>
              </a:spcAft>
              <a:buSzPts val="11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8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body" idx="1"/>
          </p:nvPr>
        </p:nvSpPr>
        <p:spPr>
          <a:xfrm>
            <a:off x="259200" y="1402691"/>
            <a:ext cx="8626500" cy="3204900"/>
          </a:xfrm>
          <a:prstGeom prst="rect">
            <a:avLst/>
          </a:prstGeom>
          <a:noFill/>
          <a:ln>
            <a:noFill/>
          </a:ln>
        </p:spPr>
        <p:txBody>
          <a:bodyPr spcFirstLastPara="1" wrap="square" lIns="0" tIns="0" rIns="0" bIns="0" anchor="t" anchorCtr="0">
            <a:noAutofit/>
          </a:bodyPr>
          <a:lstStyle>
            <a:lvl1pPr marL="457200" marR="0" lvl="0" indent="-228600" algn="l" rtl="0">
              <a:lnSpc>
                <a:spcPct val="109090"/>
              </a:lnSpc>
              <a:spcBef>
                <a:spcPts val="0"/>
              </a:spcBef>
              <a:spcAft>
                <a:spcPts val="0"/>
              </a:spcAft>
              <a:buClr>
                <a:schemeClr val="lt2"/>
              </a:buClr>
              <a:buSzPts val="1700"/>
              <a:buFont typeface="Arial"/>
              <a:buNone/>
              <a:defRPr sz="1700" b="1" i="0" u="none" strike="noStrike" cap="none">
                <a:solidFill>
                  <a:schemeClr val="lt2"/>
                </a:solidFill>
                <a:latin typeface="Arial"/>
                <a:ea typeface="Arial"/>
                <a:cs typeface="Arial"/>
                <a:sym typeface="Arial"/>
              </a:defRPr>
            </a:lvl1pPr>
            <a:lvl2pPr marL="914400" marR="0" lvl="1" indent="-228600" algn="l" rtl="0">
              <a:lnSpc>
                <a:spcPct val="109090"/>
              </a:lnSpc>
              <a:spcBef>
                <a:spcPts val="500"/>
              </a:spcBef>
              <a:spcAft>
                <a:spcPts val="0"/>
              </a:spcAft>
              <a:buClr>
                <a:schemeClr val="accent1"/>
              </a:buClr>
              <a:buSzPts val="1700"/>
              <a:buFont typeface="Arial"/>
              <a:buNone/>
              <a:defRPr sz="1700" b="0" i="0" u="none" strike="noStrike" cap="none">
                <a:solidFill>
                  <a:schemeClr val="lt2"/>
                </a:solidFill>
                <a:latin typeface="Arial"/>
                <a:ea typeface="Arial"/>
                <a:cs typeface="Arial"/>
                <a:sym typeface="Arial"/>
              </a:defRPr>
            </a:lvl2pPr>
            <a:lvl3pPr marL="1371600" marR="0" lvl="2" indent="-342900" algn="l" rtl="0">
              <a:lnSpc>
                <a:spcPct val="108333"/>
              </a:lnSpc>
              <a:spcBef>
                <a:spcPts val="500"/>
              </a:spcBef>
              <a:spcAft>
                <a:spcPts val="0"/>
              </a:spcAft>
              <a:buClr>
                <a:srgbClr val="2C421D"/>
              </a:buClr>
              <a:buSzPts val="1800"/>
              <a:buFont typeface="Arial"/>
              <a:buChar char="•"/>
              <a:defRPr sz="1800" b="0" i="0" u="none" strike="noStrike" cap="none">
                <a:solidFill>
                  <a:schemeClr val="lt2"/>
                </a:solidFill>
                <a:latin typeface="Arial"/>
                <a:ea typeface="Arial"/>
                <a:cs typeface="Arial"/>
                <a:sym typeface="Arial"/>
              </a:defRPr>
            </a:lvl3pPr>
            <a:lvl4pPr marL="1828800" marR="0" lvl="3" indent="-336550"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4pPr>
            <a:lvl5pPr marL="2286000" marR="0" lvl="4" indent="-336550"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5pPr>
            <a:lvl6pPr marL="2743200" marR="0" lvl="5" indent="-336550"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6pPr>
            <a:lvl7pPr marL="3200400" marR="0" lvl="6" indent="-336550"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7pPr>
            <a:lvl8pPr marL="3657600" marR="0" lvl="7" indent="-336550" algn="l" rtl="0">
              <a:lnSpc>
                <a:spcPct val="109090"/>
              </a:lnSpc>
              <a:spcBef>
                <a:spcPts val="500"/>
              </a:spcBef>
              <a:spcAft>
                <a:spcPts val="0"/>
              </a:spcAft>
              <a:buClr>
                <a:schemeClr val="accent1"/>
              </a:buClr>
              <a:buSzPts val="1700"/>
              <a:buFont typeface="Arial"/>
              <a:buChar char="‒"/>
              <a:defRPr sz="1700" b="0" i="0" u="none" strike="noStrike" cap="none">
                <a:solidFill>
                  <a:schemeClr val="lt2"/>
                </a:solidFill>
                <a:latin typeface="Arial"/>
                <a:ea typeface="Arial"/>
                <a:cs typeface="Arial"/>
                <a:sym typeface="Arial"/>
              </a:defRPr>
            </a:lvl8pPr>
            <a:lvl9pPr marL="4114800" marR="0" lvl="8" indent="-336550" algn="l" rtl="0">
              <a:lnSpc>
                <a:spcPct val="109090"/>
              </a:lnSpc>
              <a:spcBef>
                <a:spcPts val="500"/>
              </a:spcBef>
              <a:spcAft>
                <a:spcPts val="500"/>
              </a:spcAft>
              <a:buClr>
                <a:schemeClr val="accent1"/>
              </a:buClr>
              <a:buSzPts val="1700"/>
              <a:buFont typeface="Arial"/>
              <a:buChar char="‒"/>
              <a:defRPr sz="1700" b="0" i="0" u="none" strike="noStrike" cap="none">
                <a:solidFill>
                  <a:schemeClr val="lt2"/>
                </a:solidFill>
                <a:latin typeface="Arial"/>
                <a:ea typeface="Arial"/>
                <a:cs typeface="Arial"/>
                <a:sym typeface="Arial"/>
              </a:defRPr>
            </a:lvl9pPr>
          </a:lstStyle>
          <a:p>
            <a:endParaRPr/>
          </a:p>
        </p:txBody>
      </p:sp>
      <p:pic>
        <p:nvPicPr>
          <p:cNvPr id="54" name="Google Shape;54;p13" descr="Logo&#10;&#10;Description automatically generated"/>
          <p:cNvPicPr preferRelativeResize="0"/>
          <p:nvPr/>
        </p:nvPicPr>
        <p:blipFill rotWithShape="1">
          <a:blip r:embed="rId64">
            <a:alphaModFix/>
          </a:blip>
          <a:srcRect l="65" r="64"/>
          <a:stretch/>
        </p:blipFill>
        <p:spPr>
          <a:xfrm>
            <a:off x="7976559" y="256500"/>
            <a:ext cx="916763" cy="917845"/>
          </a:xfrm>
          <a:prstGeom prst="rect">
            <a:avLst/>
          </a:prstGeom>
          <a:noFill/>
          <a:ln>
            <a:noFill/>
          </a:ln>
        </p:spPr>
      </p:pic>
      <p:sp>
        <p:nvSpPr>
          <p:cNvPr id="55" name="Google Shape;55;p13"/>
          <p:cNvSpPr txBox="1">
            <a:spLocks noGrp="1"/>
          </p:cNvSpPr>
          <p:nvPr>
            <p:ph type="title"/>
          </p:nvPr>
        </p:nvSpPr>
        <p:spPr>
          <a:xfrm>
            <a:off x="259200" y="256500"/>
            <a:ext cx="7271400" cy="398700"/>
          </a:xfrm>
          <a:prstGeom prst="rect">
            <a:avLst/>
          </a:prstGeom>
          <a:noFill/>
          <a:ln>
            <a:noFill/>
          </a:ln>
        </p:spPr>
        <p:txBody>
          <a:bodyPr spcFirstLastPara="1" wrap="square" lIns="0" tIns="0" rIns="0" bIns="0" anchor="t" anchorCtr="0">
            <a:noAutofit/>
          </a:bodyPr>
          <a:lstStyle>
            <a:lvl1pPr marR="0" lvl="0" algn="l" rtl="0">
              <a:lnSpc>
                <a:spcPct val="111111"/>
              </a:lnSpc>
              <a:spcBef>
                <a:spcPts val="0"/>
              </a:spcBef>
              <a:spcAft>
                <a:spcPts val="0"/>
              </a:spcAft>
              <a:buClr>
                <a:schemeClr val="lt2"/>
              </a:buClr>
              <a:buSzPts val="2700"/>
              <a:buFont typeface="Arial"/>
              <a:buNone/>
              <a:defRPr sz="2700" b="1" i="0" u="none" strike="noStrike" cap="none">
                <a:solidFill>
                  <a:schemeClr val="lt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59">
          <p15:clr>
            <a:srgbClr val="F26B43"/>
          </p15:clr>
        </p15:guide>
        <p15:guide id="2" pos="15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61.xml"/><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61.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1.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1.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1.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6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61.xml"/><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6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1.xml"/></Relationships>
</file>

<file path=ppt/slides/_rels/slide39.xml.rels><?xml version="1.0" encoding="UTF-8" standalone="yes"?>
<Relationships xmlns="http://schemas.openxmlformats.org/package/2006/relationships"><Relationship Id="rId3" Type="http://schemas.openxmlformats.org/officeDocument/2006/relationships/hyperlink" Target="https://developer.acconeer.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www.st.com/" TargetMode="External"/><Relationship Id="rId5" Type="http://schemas.openxmlformats.org/officeDocument/2006/relationships/hyperlink" Target="https://www.silabs.com/" TargetMode="External"/><Relationship Id="rId4" Type="http://schemas.openxmlformats.org/officeDocument/2006/relationships/hyperlink" Target="https://www.onsemi.com/"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st.com/" TargetMode="External"/><Relationship Id="rId7" Type="http://schemas.openxmlformats.org/officeDocument/2006/relationships/hyperlink" Target="https://doi.org/10.1002/admt.202100798"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doi.org/10.1038/s41587-023-02098-8" TargetMode="External"/><Relationship Id="rId5" Type="http://schemas.openxmlformats.org/officeDocument/2006/relationships/hyperlink" Target="https://doi.org/10.1038/s41586-022-05498-z" TargetMode="External"/><Relationship Id="rId4" Type="http://schemas.openxmlformats.org/officeDocument/2006/relationships/hyperlink" Target="https://www.ti.com/"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doi.org/10.1126/sciadv.abi9283" TargetMode="External"/><Relationship Id="rId3" Type="http://schemas.openxmlformats.org/officeDocument/2006/relationships/hyperlink" Target="https://doi.org/10.1038/s41587-023-01800-0" TargetMode="External"/><Relationship Id="rId7" Type="http://schemas.openxmlformats.org/officeDocument/2006/relationships/hyperlink" Target="https://doi.org/10.1109/TIM.2023.3335535"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doi.org/10.1016/j.tej.2026.107544" TargetMode="External"/><Relationship Id="rId5" Type="http://schemas.openxmlformats.org/officeDocument/2006/relationships/hyperlink" Target="https://doi.org/10.1109/MIM.2022.9720952" TargetMode="External"/><Relationship Id="rId4" Type="http://schemas.openxmlformats.org/officeDocument/2006/relationships/hyperlink" Target="https://doi.org/10.1007/978-3-319-65798-1_24"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doi.org/10.1109/TNSRE.2020.2977908" TargetMode="External"/><Relationship Id="rId7" Type="http://schemas.openxmlformats.org/officeDocument/2006/relationships/hyperlink" Target="https://developer.acconeer.com/download/lh112_lh120_lh132_lh122-3d-step/?tmstv=1780049598"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developer.acconeer.com/download/getting-started-guide-a121-lenses/?tmstv=1780049598" TargetMode="External"/><Relationship Id="rId5" Type="http://schemas.openxmlformats.org/officeDocument/2006/relationships/hyperlink" Target="https://developer.acconeer.com/download/product-brief-ch125-40-conical-horn-antenna/?tmstv=1780049598" TargetMode="External"/><Relationship Id="rId4" Type="http://schemas.openxmlformats.org/officeDocument/2006/relationships/hyperlink" Target="https://doi.org/10.1109/JBHI.2022.3203084"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6"/>
          <p:cNvSpPr txBox="1">
            <a:spLocks noGrp="1"/>
          </p:cNvSpPr>
          <p:nvPr>
            <p:ph type="title"/>
          </p:nvPr>
        </p:nvSpPr>
        <p:spPr>
          <a:xfrm>
            <a:off x="1118950" y="1482475"/>
            <a:ext cx="6750900" cy="1493100"/>
          </a:xfrm>
          <a:prstGeom prst="rect">
            <a:avLst/>
          </a:prstGeom>
        </p:spPr>
        <p:txBody>
          <a:bodyPr spcFirstLastPara="1" wrap="square" lIns="0" tIns="0" rIns="0" bIns="0" anchor="ctr" anchorCtr="0">
            <a:noAutofit/>
          </a:bodyPr>
          <a:lstStyle/>
          <a:p>
            <a:pPr algn="ctr"/>
            <a:r>
              <a:rPr lang="en-US" altLang="zh-CN" sz="2900" b="0" dirty="0">
                <a:solidFill>
                  <a:srgbClr val="FFFFFF"/>
                </a:solidFill>
              </a:rPr>
              <a:t>MIL</a:t>
            </a:r>
            <a:r>
              <a:rPr lang="zh-CN" sz="2900" b="0" dirty="0">
                <a:solidFill>
                  <a:srgbClr val="FFFFFF"/>
                </a:solidFill>
              </a:rPr>
              <a:t>L</a:t>
            </a:r>
            <a:r>
              <a:rPr lang="en-US" altLang="zh-CN" sz="2900" b="0" dirty="0">
                <a:solidFill>
                  <a:srgbClr val="FFFFFF"/>
                </a:solidFill>
              </a:rPr>
              <a:t>IM</a:t>
            </a:r>
            <a:r>
              <a:rPr lang="zh-CN" sz="2900" b="0" dirty="0">
                <a:solidFill>
                  <a:srgbClr val="FFFFFF"/>
                </a:solidFill>
              </a:rPr>
              <a:t>E</a:t>
            </a:r>
            <a:r>
              <a:rPr lang="en-US" altLang="zh-CN" sz="2900" b="0" dirty="0">
                <a:solidFill>
                  <a:srgbClr val="FFFFFF"/>
                </a:solidFill>
              </a:rPr>
              <a:t>TER</a:t>
            </a:r>
            <a:r>
              <a:rPr lang="zh-CN" altLang="en-US" sz="2900" b="0" dirty="0">
                <a:solidFill>
                  <a:srgbClr val="FFFFFF"/>
                </a:solidFill>
              </a:rPr>
              <a:t> </a:t>
            </a:r>
            <a:r>
              <a:rPr lang="en-US" altLang="zh-CN" sz="2900" b="0" dirty="0">
                <a:solidFill>
                  <a:srgbClr val="FFFFFF"/>
                </a:solidFill>
              </a:rPr>
              <a:t>WAVE</a:t>
            </a:r>
            <a:r>
              <a:rPr lang="zh-CN" altLang="en-US" sz="2900" b="0" dirty="0">
                <a:solidFill>
                  <a:srgbClr val="FFFFFF"/>
                </a:solidFill>
              </a:rPr>
              <a:t> </a:t>
            </a:r>
            <a:r>
              <a:rPr lang="en-US" altLang="zh-CN" sz="2900" b="0" dirty="0">
                <a:solidFill>
                  <a:srgbClr val="FFFFFF"/>
                </a:solidFill>
              </a:rPr>
              <a:t>SENSING FOR ANYTHING DETECTION</a:t>
            </a:r>
            <a:endParaRPr lang="zh-CN" altLang="en-US" b="0" dirty="0"/>
          </a:p>
        </p:txBody>
      </p:sp>
      <p:sp>
        <p:nvSpPr>
          <p:cNvPr id="444" name="Google Shape;444;p76"/>
          <p:cNvSpPr txBox="1">
            <a:spLocks noGrp="1"/>
          </p:cNvSpPr>
          <p:nvPr>
            <p:ph type="body" idx="1"/>
          </p:nvPr>
        </p:nvSpPr>
        <p:spPr>
          <a:xfrm>
            <a:off x="6724550" y="4640998"/>
            <a:ext cx="2160300" cy="4578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endParaRPr sz="1200"/>
          </a:p>
          <a:p>
            <a:pPr marL="0" lvl="0" indent="0" algn="ctr" rtl="0">
              <a:spcBef>
                <a:spcPts val="0"/>
              </a:spcBef>
              <a:spcAft>
                <a:spcPts val="0"/>
              </a:spcAft>
              <a:buNone/>
            </a:pPr>
            <a:endParaRPr sz="1200"/>
          </a:p>
          <a:p>
            <a:pPr marL="0" lvl="0" indent="0" algn="ctr" rtl="0">
              <a:spcBef>
                <a:spcPts val="0"/>
              </a:spcBef>
              <a:spcAft>
                <a:spcPts val="0"/>
              </a:spcAft>
              <a:buNone/>
            </a:pPr>
            <a:endParaRPr sz="1200"/>
          </a:p>
          <a:p>
            <a:pPr marL="0" lvl="0" indent="0" algn="ctr" rtl="0">
              <a:spcBef>
                <a:spcPts val="0"/>
              </a:spcBef>
              <a:spcAft>
                <a:spcPts val="0"/>
              </a:spcAft>
              <a:buClr>
                <a:schemeClr val="dk1"/>
              </a:buClr>
              <a:buSzPts val="1100"/>
              <a:buFont typeface="Arial"/>
              <a:buNone/>
            </a:pPr>
            <a:r>
              <a:rPr lang="en-US" altLang="zh-CN" sz="1200"/>
              <a:t>16</a:t>
            </a:r>
            <a:r>
              <a:rPr lang="zh-CN" sz="1200"/>
              <a:t> </a:t>
            </a:r>
            <a:r>
              <a:rPr lang="en-US" altLang="zh-CN" sz="1200"/>
              <a:t>June</a:t>
            </a:r>
            <a:r>
              <a:rPr lang="zh-CN" sz="1200"/>
              <a:t> 202</a:t>
            </a:r>
            <a:r>
              <a:rPr lang="en-US" altLang="zh-CN" sz="1200"/>
              <a:t>6</a:t>
            </a:r>
            <a:endParaRPr sz="1200"/>
          </a:p>
          <a:p>
            <a:pPr marL="0" lvl="0" indent="0" algn="r" rtl="0">
              <a:spcBef>
                <a:spcPts val="0"/>
              </a:spcBef>
              <a:spcAft>
                <a:spcPts val="0"/>
              </a:spcAft>
              <a:buNone/>
            </a:pPr>
            <a:endParaRPr/>
          </a:p>
        </p:txBody>
      </p:sp>
      <p:sp>
        <p:nvSpPr>
          <p:cNvPr id="445" name="Google Shape;445;p76"/>
          <p:cNvSpPr txBox="1"/>
          <p:nvPr/>
        </p:nvSpPr>
        <p:spPr>
          <a:xfrm>
            <a:off x="4570915" y="2979200"/>
            <a:ext cx="4122900" cy="1493884"/>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n-US" altLang="zh-CN" sz="1900">
                <a:solidFill>
                  <a:schemeClr val="lt1"/>
                </a:solidFill>
              </a:rPr>
              <a:t>Team member:</a:t>
            </a:r>
            <a:br>
              <a:rPr lang="zh-CN" sz="1900" dirty="0"/>
            </a:br>
            <a:r>
              <a:rPr lang="zh-CN" sz="1900">
                <a:solidFill>
                  <a:schemeClr val="lt1"/>
                </a:solidFill>
              </a:rPr>
              <a:t>Haohan X</a:t>
            </a:r>
            <a:r>
              <a:rPr lang="en-US" altLang="zh-CN" sz="1900">
                <a:solidFill>
                  <a:schemeClr val="lt1"/>
                </a:solidFill>
              </a:rPr>
              <a:t>u</a:t>
            </a:r>
            <a:r>
              <a:rPr lang="zh-CN" sz="1900">
                <a:solidFill>
                  <a:schemeClr val="lt1"/>
                </a:solidFill>
              </a:rPr>
              <a:t> 1512074</a:t>
            </a:r>
          </a:p>
          <a:p>
            <a:pPr algn="ctr">
              <a:buSzPts val="1100"/>
            </a:pPr>
            <a:r>
              <a:rPr lang="en-US" altLang="zh-CN" sz="1900">
                <a:solidFill>
                  <a:schemeClr val="lt1"/>
                </a:solidFill>
              </a:rPr>
              <a:t>Yuheng Li 1569107 </a:t>
            </a:r>
            <a:endParaRPr lang="zh-CN" sz="1900">
              <a:solidFill>
                <a:schemeClr val="lt1"/>
              </a:solidFill>
            </a:endParaRPr>
          </a:p>
          <a:p>
            <a:pPr algn="ctr">
              <a:buSzPts val="1100"/>
            </a:pPr>
            <a:r>
              <a:rPr lang="en-US" altLang="zh-CN" sz="1900">
                <a:solidFill>
                  <a:schemeClr val="lt1"/>
                </a:solidFill>
              </a:rPr>
              <a:t>Dongfang Lyu 1444967</a:t>
            </a:r>
          </a:p>
          <a:p>
            <a:pPr algn="ctr">
              <a:buSzPts val="1100"/>
            </a:pPr>
            <a:endParaRPr lang="zh-CN" altLang="en-US" sz="1900">
              <a:solidFill>
                <a:schemeClr val="lt1"/>
              </a:solidFill>
            </a:endParaRPr>
          </a:p>
        </p:txBody>
      </p:sp>
      <p:sp>
        <p:nvSpPr>
          <p:cNvPr id="2" name="文本框 1">
            <a:extLst>
              <a:ext uri="{FF2B5EF4-FFF2-40B4-BE49-F238E27FC236}">
                <a16:creationId xmlns:a16="http://schemas.microsoft.com/office/drawing/2014/main" id="{7C0EA64F-E9A7-96A2-8E8C-CED82DF6E8A7}"/>
              </a:ext>
            </a:extLst>
          </p:cNvPr>
          <p:cNvSpPr txBox="1"/>
          <p:nvPr/>
        </p:nvSpPr>
        <p:spPr>
          <a:xfrm>
            <a:off x="1106760" y="2975822"/>
            <a:ext cx="3466598" cy="969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zh-CN" altLang="en-US" sz="1900">
                <a:solidFill>
                  <a:schemeClr val="lt1"/>
                </a:solidFill>
              </a:rPr>
              <a:t>Superviser:</a:t>
            </a:r>
          </a:p>
          <a:p>
            <a:pPr algn="ctr"/>
            <a:r>
              <a:rPr lang="zh-CN" altLang="en-US" sz="1900">
                <a:solidFill>
                  <a:schemeClr val="lt1"/>
                </a:solidFill>
              </a:rPr>
              <a:t>Margreta Kuijper</a:t>
            </a:r>
          </a:p>
          <a:p>
            <a:pPr algn="ctr"/>
            <a:r>
              <a:rPr lang="zh-CN" altLang="en-US" sz="1900">
                <a:solidFill>
                  <a:schemeClr val="lt1"/>
                </a:solidFill>
              </a:rPr>
              <a:t>Sean Meng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77"/>
          <p:cNvSpPr txBox="1">
            <a:spLocks noGrp="1"/>
          </p:cNvSpPr>
          <p:nvPr>
            <p:ph type="title"/>
          </p:nvPr>
        </p:nvSpPr>
        <p:spPr>
          <a:xfrm>
            <a:off x="628650" y="136133"/>
            <a:ext cx="7886700" cy="99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sz="3200"/>
              <a:t>Content</a:t>
            </a:r>
            <a:endParaRPr sz="3200"/>
          </a:p>
        </p:txBody>
      </p:sp>
      <p:sp>
        <p:nvSpPr>
          <p:cNvPr id="451" name="Google Shape;451;p77"/>
          <p:cNvSpPr txBox="1">
            <a:spLocks noGrp="1"/>
          </p:cNvSpPr>
          <p:nvPr>
            <p:ph type="body" idx="1"/>
          </p:nvPr>
        </p:nvSpPr>
        <p:spPr>
          <a:xfrm>
            <a:off x="628650" y="1196552"/>
            <a:ext cx="7886700" cy="3628832"/>
          </a:xfrm>
          <a:prstGeom prst="rect">
            <a:avLst/>
          </a:prstGeom>
        </p:spPr>
        <p:txBody>
          <a:bodyPr spcFirstLastPara="1" wrap="square" lIns="0" tIns="0" rIns="0" bIns="0" anchor="t" anchorCtr="0">
            <a:noAutofit/>
          </a:bodyPr>
          <a:lstStyle/>
          <a:p>
            <a:pPr marL="0" indent="0"/>
            <a:r>
              <a:rPr lang="zh-CN" sz="2400"/>
              <a:t>Part 1 </a:t>
            </a:r>
            <a:r>
              <a:rPr lang="en-US" altLang="zh-CN" sz="2400"/>
              <a:t>Introduction</a:t>
            </a:r>
            <a:endParaRPr lang="zh-CN" altLang="en-US" sz="2400"/>
          </a:p>
          <a:p>
            <a:pPr marL="0" lvl="0" indent="0" algn="l">
              <a:spcBef>
                <a:spcPts val="0"/>
              </a:spcBef>
              <a:spcAft>
                <a:spcPts val="0"/>
              </a:spcAft>
              <a:buNone/>
            </a:pPr>
            <a:r>
              <a:rPr lang="zh-CN" sz="2400"/>
              <a:t>Part 2 </a:t>
            </a:r>
            <a:r>
              <a:rPr lang="en-US" altLang="zh-CN" sz="2400"/>
              <a:t>Overview</a:t>
            </a:r>
            <a:endParaRPr lang="zh-CN" altLang="en-US" sz="2400"/>
          </a:p>
          <a:p>
            <a:pPr marL="0" indent="0">
              <a:spcBef>
                <a:spcPts val="500"/>
              </a:spcBef>
            </a:pPr>
            <a:r>
              <a:rPr lang="zh-CN" sz="2400"/>
              <a:t>Part 3 </a:t>
            </a:r>
            <a:r>
              <a:rPr lang="en-US" altLang="zh-CN" sz="2400"/>
              <a:t>Hardware</a:t>
            </a:r>
            <a:r>
              <a:rPr lang="zh-CN" altLang="en-US" sz="2400"/>
              <a:t> </a:t>
            </a:r>
            <a:r>
              <a:rPr lang="en-US" altLang="zh-CN" sz="2400"/>
              <a:t>and firmware Design </a:t>
            </a:r>
            <a:endParaRPr sz="2400"/>
          </a:p>
          <a:p>
            <a:pPr marL="0" indent="0">
              <a:spcBef>
                <a:spcPts val="500"/>
              </a:spcBef>
            </a:pPr>
            <a:r>
              <a:rPr lang="zh-CN" altLang="en-US" sz="2400"/>
              <a:t>Part </a:t>
            </a:r>
            <a:r>
              <a:rPr lang="en-US" altLang="zh-CN" sz="2400"/>
              <a:t>4</a:t>
            </a:r>
            <a:r>
              <a:rPr lang="zh-CN" altLang="en-US" sz="2400"/>
              <a:t> Algorithm</a:t>
            </a:r>
            <a:endParaRPr lang="en-US" altLang="zh-CN" sz="2400"/>
          </a:p>
          <a:p>
            <a:pPr marL="0" indent="0">
              <a:spcBef>
                <a:spcPts val="500"/>
              </a:spcBef>
            </a:pPr>
            <a:r>
              <a:rPr lang="en-US" altLang="zh-CN" sz="2400"/>
              <a:t>Part 5 Mechanical Design </a:t>
            </a:r>
            <a:endParaRPr lang="zh-CN" altLang="en-US" sz="2400"/>
          </a:p>
          <a:p>
            <a:pPr marL="0" indent="0">
              <a:spcBef>
                <a:spcPts val="500"/>
              </a:spcBef>
            </a:pPr>
            <a:r>
              <a:rPr lang="zh-CN" altLang="en-US" sz="2400"/>
              <a:t>Part </a:t>
            </a:r>
            <a:r>
              <a:rPr lang="en-US" altLang="zh-CN" sz="2400"/>
              <a:t>6</a:t>
            </a:r>
            <a:r>
              <a:rPr lang="zh-CN" altLang="en-US" sz="2400"/>
              <a:t> Conclusion</a:t>
            </a:r>
          </a:p>
          <a:p>
            <a:pPr marL="0" indent="0">
              <a:spcBef>
                <a:spcPts val="500"/>
              </a:spcBef>
            </a:pPr>
            <a:endParaRPr lang="zh-CN"/>
          </a:p>
          <a:p>
            <a:pPr marL="0" indent="0">
              <a:spcBef>
                <a:spcPts val="500"/>
              </a:spcBef>
              <a:spcAft>
                <a:spcPts val="500"/>
              </a:spcAft>
            </a:pPr>
            <a:endParaRPr lang="zh-CN" altLang="en-US"/>
          </a:p>
        </p:txBody>
      </p:sp>
      <p:sp>
        <p:nvSpPr>
          <p:cNvPr id="2" name="Slide Number Placeholder 1">
            <a:extLst>
              <a:ext uri="{FF2B5EF4-FFF2-40B4-BE49-F238E27FC236}">
                <a16:creationId xmlns:a16="http://schemas.microsoft.com/office/drawing/2014/main" id="{0ED547FC-D5E4-9B23-883F-0CE88D94D167}"/>
              </a:ext>
            </a:extLst>
          </p:cNvPr>
          <p:cNvSpPr>
            <a:spLocks noGrp="1"/>
          </p:cNvSpPr>
          <p:nvPr>
            <p:ph type="sldNum" idx="12"/>
          </p:nvPr>
        </p:nvSpPr>
        <p:spPr/>
        <p:txBody>
          <a:bodyPr/>
          <a:lstStyle/>
          <a:p>
            <a:fld id="{00000000-1234-1234-1234-123412341234}" type="slidenum">
              <a:rPr lang="en-US" altLang="zh-CN"/>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8"/>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marL="0" lvl="0" indent="0" algn="l" rtl="0">
              <a:lnSpc>
                <a:spcPct val="133333"/>
              </a:lnSpc>
              <a:spcBef>
                <a:spcPts val="0"/>
              </a:spcBef>
              <a:spcAft>
                <a:spcPts val="500"/>
              </a:spcAft>
              <a:buClr>
                <a:schemeClr val="dk1"/>
              </a:buClr>
              <a:buSzPts val="1100"/>
              <a:buFont typeface="Arial"/>
              <a:buNone/>
            </a:pPr>
            <a:r>
              <a:rPr lang="zh-CN" sz="2700"/>
              <a:t>Part 1</a:t>
            </a:r>
            <a:r>
              <a:rPr lang="zh-CN" altLang="en-US" sz="2700"/>
              <a:t> </a:t>
            </a:r>
            <a:r>
              <a:rPr lang="en-US" altLang="zh-CN" sz="2700"/>
              <a:t>Introduction</a:t>
            </a:r>
            <a:r>
              <a:rPr lang="zh-CN" sz="2700"/>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D4FF6157-473E-A8E8-0FE4-DF800BCCDF32}"/>
            </a:ext>
          </a:extLst>
        </p:cNvPr>
        <p:cNvGrpSpPr/>
        <p:nvPr/>
      </p:nvGrpSpPr>
      <p:grpSpPr>
        <a:xfrm>
          <a:off x="0" y="0"/>
          <a:ext cx="0" cy="0"/>
          <a:chOff x="0" y="0"/>
          <a:chExt cx="0" cy="0"/>
        </a:xfrm>
      </p:grpSpPr>
      <p:sp>
        <p:nvSpPr>
          <p:cNvPr id="461" name="Google Shape;461;p79">
            <a:extLst>
              <a:ext uri="{FF2B5EF4-FFF2-40B4-BE49-F238E27FC236}">
                <a16:creationId xmlns:a16="http://schemas.microsoft.com/office/drawing/2014/main" id="{4E526688-C8DA-A452-9F36-082FA2AA78DC}"/>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ltLang="zh-CN" dirty="0"/>
              <a:t>I</a:t>
            </a:r>
            <a:r>
              <a:rPr lang="zh-CN" dirty="0"/>
              <a:t>n</a:t>
            </a:r>
            <a:r>
              <a:rPr lang="en-US" altLang="zh-CN" dirty="0"/>
              <a:t>trod</a:t>
            </a:r>
            <a:r>
              <a:rPr lang="zh-CN" dirty="0"/>
              <a:t>u</a:t>
            </a:r>
            <a:r>
              <a:rPr lang="en-US" altLang="zh-CN" dirty="0"/>
              <a:t>c</a:t>
            </a:r>
            <a:r>
              <a:rPr lang="zh-CN" dirty="0"/>
              <a:t>tion</a:t>
            </a:r>
            <a:endParaRPr lang="zh-CN" b="0" dirty="0">
              <a:solidFill>
                <a:srgbClr val="000000"/>
              </a:solidFill>
            </a:endParaRPr>
          </a:p>
          <a:p>
            <a:pPr marL="0" lvl="0" indent="0" algn="l">
              <a:spcBef>
                <a:spcPts val="0"/>
              </a:spcBef>
              <a:spcAft>
                <a:spcPts val="0"/>
              </a:spcAft>
              <a:buNone/>
            </a:pPr>
            <a:endParaRPr lang="zh-CN" altLang="en-US" sz="1600" dirty="0"/>
          </a:p>
        </p:txBody>
      </p:sp>
      <p:sp>
        <p:nvSpPr>
          <p:cNvPr id="462" name="Google Shape;462;p79">
            <a:extLst>
              <a:ext uri="{FF2B5EF4-FFF2-40B4-BE49-F238E27FC236}">
                <a16:creationId xmlns:a16="http://schemas.microsoft.com/office/drawing/2014/main" id="{2646CBFB-7567-59D6-71DF-C117B915AD5D}"/>
              </a:ext>
            </a:extLst>
          </p:cNvPr>
          <p:cNvSpPr txBox="1">
            <a:spLocks noGrp="1"/>
          </p:cNvSpPr>
          <p:nvPr>
            <p:ph type="body" idx="1"/>
          </p:nvPr>
        </p:nvSpPr>
        <p:spPr>
          <a:xfrm>
            <a:off x="628650" y="1416889"/>
            <a:ext cx="7886700" cy="2655578"/>
          </a:xfrm>
          <a:prstGeom prst="rect">
            <a:avLst/>
          </a:prstGeom>
        </p:spPr>
        <p:txBody>
          <a:bodyPr spcFirstLastPara="1" wrap="square" lIns="0" tIns="0" rIns="0" bIns="0" anchor="t" anchorCtr="0">
            <a:noAutofit/>
          </a:bodyPr>
          <a:lstStyle/>
          <a:p>
            <a:pPr marL="0" indent="0">
              <a:spcAft>
                <a:spcPts val="500"/>
              </a:spcAft>
            </a:pPr>
            <a:r>
              <a:rPr lang="en-US" b="0" dirty="0"/>
              <a:t>Accurately monitoring environmental factors and human health indicators without physical contact is crucial in fields such as industrial predictive maintenance, non wearable health tracking, and elderly care.</a:t>
            </a:r>
            <a:endParaRPr lang="en-US" dirty="0"/>
          </a:p>
          <a:p>
            <a:pPr marL="0" indent="0">
              <a:spcAft>
                <a:spcPts val="500"/>
              </a:spcAft>
            </a:pPr>
            <a:endParaRPr lang="en-US" b="0" dirty="0"/>
          </a:p>
          <a:p>
            <a:pPr marL="0" indent="0">
              <a:spcAft>
                <a:spcPts val="500"/>
              </a:spcAft>
            </a:pPr>
            <a:r>
              <a:rPr lang="en-US" b="0" dirty="0"/>
              <a:t>Traditional sensors</a:t>
            </a:r>
          </a:p>
          <a:p>
            <a:pPr marL="0" indent="0">
              <a:spcAft>
                <a:spcPts val="500"/>
              </a:spcAft>
            </a:pPr>
            <a:r>
              <a:rPr lang="en-US" b="0" dirty="0"/>
              <a:t>Contact/wearable:  deployment difficulties, discomfort during prolonged wear, and privacy concerns.</a:t>
            </a:r>
            <a:endParaRPr lang="en-US" dirty="0"/>
          </a:p>
          <a:p>
            <a:pPr marL="0" indent="0">
              <a:spcAft>
                <a:spcPts val="500"/>
              </a:spcAft>
            </a:pPr>
            <a:endParaRPr lang="en-US" b="0" dirty="0"/>
          </a:p>
          <a:p>
            <a:pPr marL="0" indent="0">
              <a:spcAft>
                <a:spcPts val="500"/>
              </a:spcAft>
            </a:pPr>
            <a:endParaRPr lang="en-US" b="0" dirty="0"/>
          </a:p>
          <a:p>
            <a:pPr marL="0" indent="0">
              <a:spcAft>
                <a:spcPts val="500"/>
              </a:spcAft>
            </a:pPr>
            <a:endParaRPr lang="en-US" b="0" dirty="0"/>
          </a:p>
        </p:txBody>
      </p:sp>
      <p:sp>
        <p:nvSpPr>
          <p:cNvPr id="2" name="Slide Number Placeholder 1">
            <a:extLst>
              <a:ext uri="{FF2B5EF4-FFF2-40B4-BE49-F238E27FC236}">
                <a16:creationId xmlns:a16="http://schemas.microsoft.com/office/drawing/2014/main" id="{B1B47A12-C547-B434-1D3D-E0F87DF8716B}"/>
              </a:ext>
            </a:extLst>
          </p:cNvPr>
          <p:cNvSpPr>
            <a:spLocks noGrp="1"/>
          </p:cNvSpPr>
          <p:nvPr>
            <p:ph type="sldNum" idx="12"/>
          </p:nvPr>
        </p:nvSpPr>
        <p:spPr/>
        <p:txBody>
          <a:bodyPr/>
          <a:lstStyle/>
          <a:p>
            <a:fld id="{00000000-1234-1234-1234-123412341234}" type="slidenum">
              <a:rPr lang="en-US" altLang="zh-CN" smtClean="0"/>
              <a:t>4</a:t>
            </a:fld>
            <a:endParaRPr lang="en-US" dirty="0"/>
          </a:p>
        </p:txBody>
      </p:sp>
      <p:pic>
        <p:nvPicPr>
          <p:cNvPr id="3" name="Picture 2" descr="图片">
            <a:extLst>
              <a:ext uri="{FF2B5EF4-FFF2-40B4-BE49-F238E27FC236}">
                <a16:creationId xmlns:a16="http://schemas.microsoft.com/office/drawing/2014/main" id="{16E2BFC0-1AF8-6561-A3E0-291342FAAB97}"/>
              </a:ext>
            </a:extLst>
          </p:cNvPr>
          <p:cNvPicPr>
            <a:picLocks noChangeAspect="1"/>
          </p:cNvPicPr>
          <p:nvPr/>
        </p:nvPicPr>
        <p:blipFill>
          <a:blip r:embed="rId3"/>
          <a:stretch>
            <a:fillRect/>
          </a:stretch>
        </p:blipFill>
        <p:spPr>
          <a:xfrm>
            <a:off x="4669003" y="3726975"/>
            <a:ext cx="1897343" cy="1262919"/>
          </a:xfrm>
          <a:prstGeom prst="rect">
            <a:avLst/>
          </a:prstGeom>
        </p:spPr>
      </p:pic>
      <p:sp>
        <p:nvSpPr>
          <p:cNvPr id="4" name="TextBox 3">
            <a:extLst>
              <a:ext uri="{FF2B5EF4-FFF2-40B4-BE49-F238E27FC236}">
                <a16:creationId xmlns:a16="http://schemas.microsoft.com/office/drawing/2014/main" id="{B1299668-78BF-9231-431E-1482038AA155}"/>
              </a:ext>
            </a:extLst>
          </p:cNvPr>
          <p:cNvSpPr txBox="1"/>
          <p:nvPr/>
        </p:nvSpPr>
        <p:spPr>
          <a:xfrm rot="10800000" flipV="1">
            <a:off x="6566346" y="4774450"/>
            <a:ext cx="2148997" cy="215444"/>
          </a:xfrm>
          <a:prstGeom prst="rect">
            <a:avLst/>
          </a:prstGeom>
          <a:noFill/>
        </p:spPr>
        <p:txBody>
          <a:bodyPr wrap="square" rtlCol="0">
            <a:spAutoFit/>
          </a:bodyPr>
          <a:lstStyle/>
          <a:p>
            <a:r>
              <a:rPr lang="en-US" sz="800" dirty="0"/>
              <a:t>Image Source: </a:t>
            </a:r>
            <a:r>
              <a:rPr lang="en-US" sz="800" dirty="0" err="1"/>
              <a:t>mindray</a:t>
            </a:r>
            <a:r>
              <a:rPr lang="en-US" sz="800" dirty="0"/>
              <a:t> medical device</a:t>
            </a:r>
          </a:p>
        </p:txBody>
      </p:sp>
    </p:spTree>
    <p:extLst>
      <p:ext uri="{BB962C8B-B14F-4D97-AF65-F5344CB8AC3E}">
        <p14:creationId xmlns:p14="http://schemas.microsoft.com/office/powerpoint/2010/main" val="4202835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B3C86432-86B2-7AF4-002C-33B0E839DEA5}"/>
            </a:ext>
          </a:extLst>
        </p:cNvPr>
        <p:cNvGrpSpPr/>
        <p:nvPr/>
      </p:nvGrpSpPr>
      <p:grpSpPr>
        <a:xfrm>
          <a:off x="0" y="0"/>
          <a:ext cx="0" cy="0"/>
          <a:chOff x="0" y="0"/>
          <a:chExt cx="0" cy="0"/>
        </a:xfrm>
      </p:grpSpPr>
      <p:sp>
        <p:nvSpPr>
          <p:cNvPr id="461" name="Google Shape;461;p79">
            <a:extLst>
              <a:ext uri="{FF2B5EF4-FFF2-40B4-BE49-F238E27FC236}">
                <a16:creationId xmlns:a16="http://schemas.microsoft.com/office/drawing/2014/main" id="{AE463DA8-1ADE-C90A-35DF-4CCE2032E160}"/>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ltLang="zh-CN"/>
              <a:t>Introduction</a:t>
            </a:r>
            <a:endParaRPr lang="zh-CN" b="0">
              <a:solidFill>
                <a:srgbClr val="000000"/>
              </a:solidFill>
            </a:endParaRPr>
          </a:p>
          <a:p>
            <a:pPr marL="0" lvl="0" indent="0" algn="l">
              <a:spcBef>
                <a:spcPts val="0"/>
              </a:spcBef>
              <a:spcAft>
                <a:spcPts val="0"/>
              </a:spcAft>
              <a:buNone/>
            </a:pPr>
            <a:endParaRPr lang="zh-CN" altLang="en-US" sz="1600" dirty="0"/>
          </a:p>
        </p:txBody>
      </p:sp>
      <mc:AlternateContent xmlns:mc="http://schemas.openxmlformats.org/markup-compatibility/2006">
        <mc:Choice xmlns:a14="http://schemas.microsoft.com/office/drawing/2010/main" Requires="a14">
          <p:sp>
            <p:nvSpPr>
              <p:cNvPr id="462" name="Google Shape;462;p79">
                <a:extLst>
                  <a:ext uri="{FF2B5EF4-FFF2-40B4-BE49-F238E27FC236}">
                    <a16:creationId xmlns:a16="http://schemas.microsoft.com/office/drawing/2014/main" id="{0AB2B623-9131-CC9E-F32B-6BBCFA246A00}"/>
                  </a:ext>
                </a:extLst>
              </p:cNvPr>
              <p:cNvSpPr txBox="1">
                <a:spLocks noGrp="1"/>
              </p:cNvSpPr>
              <p:nvPr>
                <p:ph type="body" idx="1"/>
              </p:nvPr>
            </p:nvSpPr>
            <p:spPr>
              <a:xfrm>
                <a:off x="628649" y="1416889"/>
                <a:ext cx="7965017" cy="3215700"/>
              </a:xfrm>
              <a:prstGeom prst="rect">
                <a:avLst/>
              </a:prstGeom>
            </p:spPr>
            <p:txBody>
              <a:bodyPr spcFirstLastPara="1" wrap="square" lIns="0" tIns="0" rIns="0" bIns="0" anchor="t" anchorCtr="0">
                <a:noAutofit/>
              </a:bodyPr>
              <a:lstStyle/>
              <a:p>
                <a:r>
                  <a:rPr lang="en-US" b="0" dirty="0"/>
                  <a:t>Innovative solution for this project</a:t>
                </a:r>
                <a:endParaRPr lang="en-US" dirty="0"/>
              </a:p>
              <a:p>
                <a:r>
                  <a:rPr lang="en-US" b="0" dirty="0"/>
                  <a:t>Adopting Acconeer A121 60.5 GHz pulse coherent radar sensor</a:t>
                </a:r>
              </a:p>
              <a:p>
                <a:pPr marL="971550" lvl="1" indent="-285750">
                  <a:buFont typeface="Arial" panose="020B0604020202020204" pitchFamily="34" charset="0"/>
                  <a:buChar char="•"/>
                </a:pPr>
                <a:r>
                  <a:rPr lang="en-US" dirty="0"/>
                  <a:t>Compact size (29 </a:t>
                </a:r>
                <a14:m>
                  <m:oMath xmlns:m="http://schemas.openxmlformats.org/officeDocument/2006/math">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oMath>
                </a14:m>
                <a:r>
                  <a:rPr lang="en-US" dirty="0"/>
                  <a:t>)</a:t>
                </a:r>
              </a:p>
              <a:p>
                <a:pPr marL="971550" lvl="1" indent="-285750">
                  <a:buFont typeface="Arial" panose="020B0604020202020204" pitchFamily="34" charset="0"/>
                  <a:buChar char="•"/>
                </a:pPr>
                <a:r>
                  <a:rPr lang="en-US" dirty="0"/>
                  <a:t>Low power consumption</a:t>
                </a:r>
              </a:p>
              <a:p>
                <a:pPr marL="971550" lvl="1" indent="-285750">
                  <a:buFont typeface="Arial" panose="020B0604020202020204" pitchFamily="34" charset="0"/>
                  <a:buChar char="•"/>
                </a:pPr>
                <a:r>
                  <a:rPr lang="en-US" dirty="0"/>
                  <a:t>Highly integrated  </a:t>
                </a:r>
                <a:endParaRPr lang="en-US" b="0" dirty="0"/>
              </a:p>
              <a:p>
                <a:r>
                  <a:rPr lang="en-US" b="0" dirty="0"/>
                  <a:t>Design and implement a complete end-to-end battery-powered sensing solution</a:t>
                </a:r>
              </a:p>
              <a:p>
                <a:pPr marL="971550" lvl="1" indent="-285750">
                  <a:buFont typeface="Arial" panose="020B0604020202020204" pitchFamily="34" charset="0"/>
                  <a:buChar char="•"/>
                </a:pPr>
                <a:r>
                  <a:rPr lang="en-US" b="0" dirty="0"/>
                  <a:t>A universal sensing platform </a:t>
                </a:r>
              </a:p>
              <a:p>
                <a:pPr marL="971550" lvl="1" indent="-285750">
                  <a:buFont typeface="Arial" panose="020B0604020202020204" pitchFamily="34" charset="0"/>
                  <a:buChar char="•"/>
                </a:pPr>
                <a:r>
                  <a:rPr lang="en-US" dirty="0"/>
                  <a:t>Complete codebase</a:t>
                </a:r>
                <a:endParaRPr lang="en-US" b="0" dirty="0"/>
              </a:p>
              <a:p>
                <a:endParaRPr lang="en-US" b="0" dirty="0"/>
              </a:p>
              <a:p>
                <a:pPr marL="742950" lvl="1" indent="-285750">
                  <a:spcAft>
                    <a:spcPts val="500"/>
                  </a:spcAft>
                  <a:buFont typeface="Arial" panose="020B0604020202020204" pitchFamily="34" charset="0"/>
                  <a:buChar char="•"/>
                </a:pPr>
                <a:endParaRPr lang="en-US" b="0" dirty="0"/>
              </a:p>
              <a:p>
                <a:pPr marL="0" indent="0">
                  <a:spcAft>
                    <a:spcPts val="500"/>
                  </a:spcAft>
                </a:pPr>
                <a:endParaRPr lang="en-US" b="0" dirty="0"/>
              </a:p>
              <a:p>
                <a:pPr marL="0" indent="0">
                  <a:spcAft>
                    <a:spcPts val="500"/>
                  </a:spcAft>
                </a:pPr>
                <a:endParaRPr lang="en-US" b="0" dirty="0"/>
              </a:p>
            </p:txBody>
          </p:sp>
        </mc:Choice>
        <mc:Fallback>
          <p:sp>
            <p:nvSpPr>
              <p:cNvPr id="462" name="Google Shape;462;p79">
                <a:extLst>
                  <a:ext uri="{FF2B5EF4-FFF2-40B4-BE49-F238E27FC236}">
                    <a16:creationId xmlns:a16="http://schemas.microsoft.com/office/drawing/2014/main" id="{0AB2B623-9131-CC9E-F32B-6BBCFA246A00}"/>
                  </a:ext>
                </a:extLst>
              </p:cNvPr>
              <p:cNvSpPr txBox="1">
                <a:spLocks noGrp="1" noRot="1" noChangeAspect="1" noMove="1" noResize="1" noEditPoints="1" noAdjustHandles="1" noChangeArrowheads="1" noChangeShapeType="1" noTextEdit="1"/>
              </p:cNvSpPr>
              <p:nvPr>
                <p:ph type="body" idx="1"/>
              </p:nvPr>
            </p:nvSpPr>
            <p:spPr>
              <a:xfrm>
                <a:off x="628649" y="1416889"/>
                <a:ext cx="7965017" cy="3215700"/>
              </a:xfrm>
              <a:prstGeom prst="rect">
                <a:avLst/>
              </a:prstGeom>
              <a:blipFill>
                <a:blip r:embed="rId3"/>
                <a:stretch>
                  <a:fillRect t="-787" r="-15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B8842223-0C29-F708-33E1-E34C31CC442B}"/>
              </a:ext>
            </a:extLst>
          </p:cNvPr>
          <p:cNvSpPr>
            <a:spLocks noGrp="1"/>
          </p:cNvSpPr>
          <p:nvPr>
            <p:ph type="sldNum" idx="12"/>
          </p:nvPr>
        </p:nvSpPr>
        <p:spPr/>
        <p:txBody>
          <a:bodyPr/>
          <a:lstStyle/>
          <a:p>
            <a:fld id="{00000000-1234-1234-1234-123412341234}" type="slidenum">
              <a:rPr lang="en-US" altLang="zh-CN"/>
              <a:t>5</a:t>
            </a:fld>
            <a:endParaRPr lang="en-US"/>
          </a:p>
        </p:txBody>
      </p:sp>
      <p:pic>
        <p:nvPicPr>
          <p:cNvPr id="8" name="Picture 7">
            <a:extLst>
              <a:ext uri="{FF2B5EF4-FFF2-40B4-BE49-F238E27FC236}">
                <a16:creationId xmlns:a16="http://schemas.microsoft.com/office/drawing/2014/main" id="{1FE9E342-9CCA-30C1-6081-C209A6C830BD}"/>
              </a:ext>
            </a:extLst>
          </p:cNvPr>
          <p:cNvPicPr>
            <a:picLocks noChangeAspect="1"/>
          </p:cNvPicPr>
          <p:nvPr/>
        </p:nvPicPr>
        <p:blipFill>
          <a:blip r:embed="rId4"/>
          <a:srcRect l="5206" t="13964" r="6032" b="6249"/>
          <a:stretch>
            <a:fillRect/>
          </a:stretch>
        </p:blipFill>
        <p:spPr>
          <a:xfrm>
            <a:off x="7064512" y="1936750"/>
            <a:ext cx="1820333" cy="1270000"/>
          </a:xfrm>
          <a:prstGeom prst="rect">
            <a:avLst/>
          </a:prstGeom>
        </p:spPr>
      </p:pic>
    </p:spTree>
    <p:extLst>
      <p:ext uri="{BB962C8B-B14F-4D97-AF65-F5344CB8AC3E}">
        <p14:creationId xmlns:p14="http://schemas.microsoft.com/office/powerpoint/2010/main" val="94536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a16="http://schemas.microsoft.com/office/drawing/2014/main" id="{357CD2DC-E4B8-9DCB-5608-8765D0C4188E}"/>
            </a:ext>
          </a:extLst>
        </p:cNvPr>
        <p:cNvGrpSpPr/>
        <p:nvPr/>
      </p:nvGrpSpPr>
      <p:grpSpPr>
        <a:xfrm>
          <a:off x="0" y="0"/>
          <a:ext cx="0" cy="0"/>
          <a:chOff x="0" y="0"/>
          <a:chExt cx="0" cy="0"/>
        </a:xfrm>
      </p:grpSpPr>
      <p:sp>
        <p:nvSpPr>
          <p:cNvPr id="456" name="Google Shape;456;p78">
            <a:extLst>
              <a:ext uri="{FF2B5EF4-FFF2-40B4-BE49-F238E27FC236}">
                <a16:creationId xmlns:a16="http://schemas.microsoft.com/office/drawing/2014/main" id="{0CF286C9-1D34-C8DB-0F07-3CB8D5E8D673}"/>
              </a:ext>
            </a:extLst>
          </p:cNvPr>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marL="0" lvl="0" indent="0" algn="l" rtl="0">
              <a:lnSpc>
                <a:spcPct val="133333"/>
              </a:lnSpc>
              <a:spcBef>
                <a:spcPts val="0"/>
              </a:spcBef>
              <a:spcAft>
                <a:spcPts val="500"/>
              </a:spcAft>
              <a:buClr>
                <a:schemeClr val="dk1"/>
              </a:buClr>
              <a:buSzPts val="1100"/>
              <a:buFont typeface="Arial"/>
              <a:buNone/>
            </a:pPr>
            <a:r>
              <a:rPr lang="zh-CN" sz="2700"/>
              <a:t>Part </a:t>
            </a:r>
            <a:r>
              <a:rPr lang="en-US" altLang="zh-CN" sz="2700"/>
              <a:t>2 Overview</a:t>
            </a:r>
            <a:r>
              <a:rPr lang="zh-CN" sz="2700"/>
              <a:t> </a:t>
            </a:r>
            <a:endParaRPr/>
          </a:p>
        </p:txBody>
      </p:sp>
    </p:spTree>
    <p:extLst>
      <p:ext uri="{BB962C8B-B14F-4D97-AF65-F5344CB8AC3E}">
        <p14:creationId xmlns:p14="http://schemas.microsoft.com/office/powerpoint/2010/main" val="12722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79"/>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ltLang="zh-CN" dirty="0"/>
              <a:t>Overview</a:t>
            </a:r>
            <a:endParaRPr lang="zh-CN" b="0" dirty="0">
              <a:solidFill>
                <a:srgbClr val="000000"/>
              </a:solidFill>
            </a:endParaRPr>
          </a:p>
          <a:p>
            <a:endParaRPr lang="zh-CN" sz="1600" b="0" dirty="0">
              <a:solidFill>
                <a:srgbClr val="000000"/>
              </a:solidFill>
            </a:endParaRPr>
          </a:p>
          <a:p>
            <a:pPr marL="0" lvl="0" indent="0" algn="l">
              <a:spcBef>
                <a:spcPts val="0"/>
              </a:spcBef>
              <a:spcAft>
                <a:spcPts val="0"/>
              </a:spcAft>
              <a:buNone/>
            </a:pPr>
            <a:endParaRPr lang="zh-CN" altLang="en-US" sz="1600" dirty="0"/>
          </a:p>
        </p:txBody>
      </p:sp>
      <p:sp>
        <p:nvSpPr>
          <p:cNvPr id="2" name="Slide Number Placeholder 1">
            <a:extLst>
              <a:ext uri="{FF2B5EF4-FFF2-40B4-BE49-F238E27FC236}">
                <a16:creationId xmlns:a16="http://schemas.microsoft.com/office/drawing/2014/main" id="{38EE7FB2-AB3D-59DB-F1A7-C2862B2C7B1A}"/>
              </a:ext>
            </a:extLst>
          </p:cNvPr>
          <p:cNvSpPr>
            <a:spLocks noGrp="1"/>
          </p:cNvSpPr>
          <p:nvPr>
            <p:ph type="sldNum" idx="12"/>
          </p:nvPr>
        </p:nvSpPr>
        <p:spPr/>
        <p:txBody>
          <a:bodyPr/>
          <a:lstStyle/>
          <a:p>
            <a:fld id="{00000000-1234-1234-1234-123412341234}" type="slidenum">
              <a:rPr lang="en-US" altLang="zh-CN"/>
              <a:t>7</a:t>
            </a:fld>
            <a:endParaRPr lang="en-US"/>
          </a:p>
        </p:txBody>
      </p:sp>
      <p:pic>
        <p:nvPicPr>
          <p:cNvPr id="6" name="Picture 5">
            <a:extLst>
              <a:ext uri="{FF2B5EF4-FFF2-40B4-BE49-F238E27FC236}">
                <a16:creationId xmlns:a16="http://schemas.microsoft.com/office/drawing/2014/main" id="{5B382848-B19B-2EA7-106F-48DF9294F154}"/>
              </a:ext>
            </a:extLst>
          </p:cNvPr>
          <p:cNvPicPr>
            <a:picLocks noChangeAspect="1"/>
          </p:cNvPicPr>
          <p:nvPr/>
        </p:nvPicPr>
        <p:blipFill>
          <a:blip r:embed="rId3"/>
          <a:stretch>
            <a:fillRect/>
          </a:stretch>
        </p:blipFill>
        <p:spPr>
          <a:xfrm>
            <a:off x="685800" y="1295016"/>
            <a:ext cx="7772400" cy="25534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82"/>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marL="0" lvl="0" indent="0" rtl="0">
              <a:lnSpc>
                <a:spcPct val="133333"/>
              </a:lnSpc>
              <a:spcBef>
                <a:spcPts val="500"/>
              </a:spcBef>
              <a:spcAft>
                <a:spcPts val="0"/>
              </a:spcAft>
              <a:buClr>
                <a:schemeClr val="dk1"/>
              </a:buClr>
              <a:buSzPts val="1100"/>
              <a:buFont typeface="Arial"/>
              <a:buNone/>
            </a:pPr>
            <a:r>
              <a:rPr lang="zh-CN" sz="2700"/>
              <a:t>Part </a:t>
            </a:r>
            <a:r>
              <a:rPr lang="en-US" altLang="zh-CN" sz="2700"/>
              <a:t>3</a:t>
            </a:r>
            <a:r>
              <a:rPr lang="zh-CN" sz="2700"/>
              <a:t> Hardware</a:t>
            </a:r>
            <a:r>
              <a:rPr lang="en-US" altLang="zh-CN" sz="2700"/>
              <a:t> and Firmware Design</a:t>
            </a:r>
            <a:endParaRPr lang="en-US" sz="2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3"/>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ltLang="zh-CN"/>
              <a:t>Hardware Design Process</a:t>
            </a:r>
            <a:endParaRPr/>
          </a:p>
        </p:txBody>
      </p:sp>
      <p:sp>
        <p:nvSpPr>
          <p:cNvPr id="490" name="Google Shape;490;p83"/>
          <p:cNvSpPr txBox="1">
            <a:spLocks noGrp="1"/>
          </p:cNvSpPr>
          <p:nvPr>
            <p:ph type="body" idx="1"/>
          </p:nvPr>
        </p:nvSpPr>
        <p:spPr>
          <a:xfrm>
            <a:off x="628650" y="1416889"/>
            <a:ext cx="7886700" cy="2095568"/>
          </a:xfrm>
          <a:prstGeom prst="rect">
            <a:avLst/>
          </a:prstGeom>
        </p:spPr>
        <p:txBody>
          <a:bodyPr spcFirstLastPara="1" wrap="square" lIns="0" tIns="0" rIns="0" bIns="0" anchor="t" anchorCtr="0">
            <a:noAutofit/>
          </a:bodyPr>
          <a:lstStyle/>
          <a:p>
            <a:pPr marL="285750" lvl="0" indent="-285750" algn="l" rtl="0">
              <a:spcBef>
                <a:spcPts val="500"/>
              </a:spcBef>
              <a:spcAft>
                <a:spcPts val="500"/>
              </a:spcAft>
              <a:buFont typeface="Arial" panose="020B0604020202020204" pitchFamily="34" charset="0"/>
              <a:buChar char="•"/>
            </a:pPr>
            <a:r>
              <a:rPr lang="en-US" sz="1400" b="0" dirty="0"/>
              <a:t>Risk driven design process </a:t>
            </a:r>
          </a:p>
          <a:p>
            <a:pPr marL="742950" lvl="1" indent="-285750">
              <a:spcAft>
                <a:spcPts val="500"/>
              </a:spcAft>
              <a:buFont typeface="Arial" panose="020B0604020202020204" pitchFamily="34" charset="0"/>
              <a:buChar char="•"/>
            </a:pPr>
            <a:r>
              <a:rPr lang="en-US" sz="1400" dirty="0"/>
              <a:t>Uncertainty Risk: Design validity is unknown until the final power-on.</a:t>
            </a:r>
          </a:p>
          <a:p>
            <a:pPr marL="742950" lvl="1" indent="-285750">
              <a:spcAft>
                <a:spcPts val="500"/>
              </a:spcAft>
              <a:buFont typeface="Arial" panose="020B0604020202020204" pitchFamily="34" charset="0"/>
              <a:buChar char="•"/>
            </a:pPr>
            <a:r>
              <a:rPr lang="en-US" sz="1400" dirty="0"/>
              <a:t>Debugging Risk: Hardware mistakes are extremely costly and time-consuming to fix.</a:t>
            </a:r>
            <a:endParaRPr lang="en-US" sz="1400" b="0" dirty="0"/>
          </a:p>
          <a:p>
            <a:pPr marL="285750" lvl="0" indent="-285750" algn="l" rtl="0">
              <a:spcBef>
                <a:spcPts val="500"/>
              </a:spcBef>
              <a:spcAft>
                <a:spcPts val="500"/>
              </a:spcAft>
              <a:buFont typeface="Arial" panose="020B0604020202020204" pitchFamily="34" charset="0"/>
              <a:buChar char="•"/>
            </a:pPr>
            <a:r>
              <a:rPr lang="en-US" sz="1400" b="0" dirty="0"/>
              <a:t>Official documentation guided design process</a:t>
            </a:r>
          </a:p>
          <a:p>
            <a:pPr marL="285750" lvl="0" indent="-285750" algn="l" rtl="0">
              <a:spcBef>
                <a:spcPts val="500"/>
              </a:spcBef>
              <a:spcAft>
                <a:spcPts val="500"/>
              </a:spcAft>
              <a:buFont typeface="Arial" panose="020B0604020202020204" pitchFamily="34" charset="0"/>
              <a:buChar char="•"/>
            </a:pPr>
            <a:r>
              <a:rPr lang="en-US" sz="1400" b="0" dirty="0"/>
              <a:t>Iterative design process</a:t>
            </a:r>
          </a:p>
          <a:p>
            <a:pPr marL="285750" lvl="0" indent="-285750" algn="l" rtl="0">
              <a:spcBef>
                <a:spcPts val="500"/>
              </a:spcBef>
              <a:spcAft>
                <a:spcPts val="500"/>
              </a:spcAft>
              <a:buFont typeface="Arial" panose="020B0604020202020204" pitchFamily="34" charset="0"/>
              <a:buChar char="•"/>
            </a:pPr>
            <a:endParaRPr lang="en-US" dirty="0"/>
          </a:p>
          <a:p>
            <a:pPr marL="285750" lvl="0" indent="-285750" algn="l" rtl="0">
              <a:spcBef>
                <a:spcPts val="500"/>
              </a:spcBef>
              <a:spcAft>
                <a:spcPts val="500"/>
              </a:spcAft>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45C197F3-C7C5-0239-D161-30EB929B1C69}"/>
              </a:ext>
            </a:extLst>
          </p:cNvPr>
          <p:cNvSpPr txBox="1"/>
          <p:nvPr/>
        </p:nvSpPr>
        <p:spPr>
          <a:xfrm>
            <a:off x="628650" y="3813702"/>
            <a:ext cx="6930571" cy="707886"/>
          </a:xfrm>
          <a:prstGeom prst="rect">
            <a:avLst/>
          </a:prstGeom>
          <a:noFill/>
        </p:spPr>
        <p:txBody>
          <a:bodyPr wrap="square" rtlCol="0">
            <a:spAutoFit/>
          </a:bodyPr>
          <a:lstStyle/>
          <a:p>
            <a:r>
              <a:rPr lang="en-US" sz="2000" b="1" dirty="0"/>
              <a:t>Make design as simple as possible but meet design specifications</a:t>
            </a:r>
          </a:p>
        </p:txBody>
      </p:sp>
      <p:sp>
        <p:nvSpPr>
          <p:cNvPr id="3" name="Slide Number Placeholder 2">
            <a:extLst>
              <a:ext uri="{FF2B5EF4-FFF2-40B4-BE49-F238E27FC236}">
                <a16:creationId xmlns:a16="http://schemas.microsoft.com/office/drawing/2014/main" id="{6BE277CA-8FAF-C54C-C5B8-5E30891636DF}"/>
              </a:ext>
            </a:extLst>
          </p:cNvPr>
          <p:cNvSpPr>
            <a:spLocks noGrp="1"/>
          </p:cNvSpPr>
          <p:nvPr>
            <p:ph type="sldNum" idx="12"/>
          </p:nvPr>
        </p:nvSpPr>
        <p:spPr/>
        <p:txBody>
          <a:bodyPr/>
          <a:lstStyle/>
          <a:p>
            <a:fld id="{00000000-1234-1234-1234-123412341234}" type="slidenum">
              <a:rPr lang="en-US" altLang="zh-CN"/>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BF0E8FCB-EC89-FBD9-359B-0388508642B8}"/>
            </a:ext>
          </a:extLst>
        </p:cNvPr>
        <p:cNvGrpSpPr/>
        <p:nvPr/>
      </p:nvGrpSpPr>
      <p:grpSpPr>
        <a:xfrm>
          <a:off x="0" y="0"/>
          <a:ext cx="0" cy="0"/>
          <a:chOff x="0" y="0"/>
          <a:chExt cx="0" cy="0"/>
        </a:xfrm>
      </p:grpSpPr>
      <p:sp>
        <p:nvSpPr>
          <p:cNvPr id="489" name="Google Shape;489;p83">
            <a:extLst>
              <a:ext uri="{FF2B5EF4-FFF2-40B4-BE49-F238E27FC236}">
                <a16:creationId xmlns:a16="http://schemas.microsoft.com/office/drawing/2014/main" id="{AA595DCD-8F26-B59F-08DD-72459572ED6F}"/>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ltLang="zh-CN"/>
              <a:t>Hardware Design Flow</a:t>
            </a:r>
            <a:endParaRPr/>
          </a:p>
        </p:txBody>
      </p:sp>
      <p:sp>
        <p:nvSpPr>
          <p:cNvPr id="490" name="Google Shape;490;p83">
            <a:extLst>
              <a:ext uri="{FF2B5EF4-FFF2-40B4-BE49-F238E27FC236}">
                <a16:creationId xmlns:a16="http://schemas.microsoft.com/office/drawing/2014/main" id="{808070EF-9491-4483-0266-223448F731BE}"/>
              </a:ext>
            </a:extLst>
          </p:cNvPr>
          <p:cNvSpPr txBox="1">
            <a:spLocks noGrp="1"/>
          </p:cNvSpPr>
          <p:nvPr>
            <p:ph type="body" idx="1"/>
          </p:nvPr>
        </p:nvSpPr>
        <p:spPr>
          <a:xfrm>
            <a:off x="628650" y="1268044"/>
            <a:ext cx="7886700" cy="3750996"/>
          </a:xfrm>
          <a:prstGeom prst="rect">
            <a:avLst/>
          </a:prstGeom>
        </p:spPr>
        <p:txBody>
          <a:bodyPr spcFirstLastPara="1" wrap="square" lIns="0" tIns="0" rIns="0" bIns="0" anchor="t" anchorCtr="0">
            <a:noAutofit/>
          </a:bodyPr>
          <a:lstStyle/>
          <a:p>
            <a:pPr marL="285750" lvl="0" indent="-285750" algn="l" rtl="0">
              <a:spcBef>
                <a:spcPts val="500"/>
              </a:spcBef>
              <a:spcAft>
                <a:spcPts val="500"/>
              </a:spcAft>
              <a:buFont typeface="Arial" panose="020B0604020202020204" pitchFamily="34" charset="0"/>
              <a:buChar char="•"/>
            </a:pPr>
            <a:r>
              <a:rPr lang="en-US" sz="1400" dirty="0"/>
              <a:t>Development board evaluation </a:t>
            </a:r>
          </a:p>
          <a:p>
            <a:pPr marL="742950" lvl="1" indent="-285750">
              <a:spcAft>
                <a:spcPts val="500"/>
              </a:spcAft>
              <a:buFont typeface="Arial" panose="020B0604020202020204" pitchFamily="34" charset="0"/>
              <a:buChar char="•"/>
            </a:pPr>
            <a:r>
              <a:rPr lang="en-US" sz="1200" dirty="0"/>
              <a:t>mmWave sensor development board (Acconeer XE125)</a:t>
            </a:r>
          </a:p>
          <a:p>
            <a:pPr marL="742950" lvl="1" indent="-285750">
              <a:spcAft>
                <a:spcPts val="500"/>
              </a:spcAft>
              <a:buFont typeface="Arial" panose="020B0604020202020204" pitchFamily="34" charset="0"/>
              <a:buChar char="•"/>
            </a:pPr>
            <a:r>
              <a:rPr lang="en-US" sz="1200" dirty="0"/>
              <a:t>MCU with BLE development board (STM32WBA65I-DK1)</a:t>
            </a:r>
          </a:p>
          <a:p>
            <a:pPr marL="742950" lvl="1" indent="-285750">
              <a:spcAft>
                <a:spcPts val="500"/>
              </a:spcAft>
              <a:buFont typeface="Arial" panose="020B0604020202020204" pitchFamily="34" charset="0"/>
              <a:buChar char="•"/>
            </a:pPr>
            <a:r>
              <a:rPr lang="en-US" sz="1200" dirty="0"/>
              <a:t>Build a first prototype using development boards </a:t>
            </a:r>
          </a:p>
          <a:p>
            <a:pPr marL="285750" marR="0" lvl="0" indent="-285750" algn="l" defTabSz="914400" rtl="0" eaLnBrk="1" fontAlgn="auto" latinLnBrk="0" hangingPunct="1">
              <a:lnSpc>
                <a:spcPct val="133333"/>
              </a:lnSpc>
              <a:spcBef>
                <a:spcPts val="500"/>
              </a:spcBef>
              <a:spcAft>
                <a:spcPts val="500"/>
              </a:spcAft>
              <a:buClr>
                <a:srgbClr val="000F46"/>
              </a:buClr>
              <a:buSzPts val="1400"/>
              <a:buFont typeface="Arial" panose="020B0604020202020204" pitchFamily="34" charset="0"/>
              <a:buChar char="•"/>
              <a:tabLst/>
              <a:defRPr/>
            </a:pPr>
            <a:r>
              <a:rPr kumimoji="0" lang="en-US" sz="1400" b="1" i="0" u="none" strike="noStrike" kern="0" cap="none" spc="0" normalizeH="0" baseline="0" noProof="0" dirty="0">
                <a:ln>
                  <a:noFill/>
                </a:ln>
                <a:solidFill>
                  <a:srgbClr val="000F46"/>
                </a:solidFill>
                <a:effectLst/>
                <a:uLnTx/>
                <a:uFillTx/>
                <a:latin typeface="Arial"/>
                <a:cs typeface="Arial"/>
                <a:sym typeface="Arial"/>
              </a:rPr>
              <a:t>Component Selection</a:t>
            </a:r>
          </a:p>
          <a:p>
            <a:pPr marL="742950" lvl="1" indent="-285750">
              <a:spcAft>
                <a:spcPts val="500"/>
              </a:spcAft>
              <a:buClr>
                <a:srgbClr val="000F46"/>
              </a:buClr>
              <a:buFont typeface="Arial" panose="020B0604020202020204" pitchFamily="34" charset="0"/>
              <a:buChar char="•"/>
              <a:defRPr/>
            </a:pPr>
            <a:r>
              <a:rPr kumimoji="0" lang="en-US" sz="1200" i="0" u="none" strike="noStrike" kern="0" cap="none" spc="0" normalizeH="0" baseline="0" noProof="0" dirty="0">
                <a:ln>
                  <a:noFill/>
                </a:ln>
                <a:solidFill>
                  <a:srgbClr val="000F46"/>
                </a:solidFill>
                <a:effectLst/>
                <a:uLnTx/>
                <a:uFillTx/>
                <a:latin typeface="Arial"/>
                <a:cs typeface="Arial"/>
                <a:sym typeface="Arial"/>
              </a:rPr>
              <a:t>Core ICs: MCU and radar sensor</a:t>
            </a:r>
          </a:p>
          <a:p>
            <a:pPr marL="742950" lvl="1" indent="-285750">
              <a:spcAft>
                <a:spcPts val="500"/>
              </a:spcAft>
              <a:buClr>
                <a:srgbClr val="000F46"/>
              </a:buClr>
              <a:buFont typeface="Arial" panose="020B0604020202020204" pitchFamily="34" charset="0"/>
              <a:buChar char="•"/>
              <a:defRPr/>
            </a:pPr>
            <a:r>
              <a:rPr kumimoji="0" lang="en-US" sz="1200" i="0" u="none" strike="noStrike" kern="0" cap="none" spc="0" normalizeH="0" baseline="0" noProof="0" dirty="0">
                <a:ln>
                  <a:noFill/>
                </a:ln>
                <a:solidFill>
                  <a:srgbClr val="000F46"/>
                </a:solidFill>
                <a:effectLst/>
                <a:uLnTx/>
                <a:uFillTx/>
                <a:latin typeface="Arial"/>
                <a:cs typeface="Arial"/>
                <a:sym typeface="Arial"/>
              </a:rPr>
              <a:t>Power domain: </a:t>
            </a:r>
            <a:r>
              <a:rPr lang="en-US" sz="1200" dirty="0">
                <a:solidFill>
                  <a:srgbClr val="000F46"/>
                </a:solidFill>
              </a:rPr>
              <a:t>voltage regulators, charging IC</a:t>
            </a:r>
          </a:p>
          <a:p>
            <a:pPr marL="742950" lvl="1" indent="-285750">
              <a:spcAft>
                <a:spcPts val="500"/>
              </a:spcAft>
              <a:buClr>
                <a:srgbClr val="000F46"/>
              </a:buClr>
              <a:buFont typeface="Arial" panose="020B0604020202020204" pitchFamily="34" charset="0"/>
              <a:buChar char="•"/>
              <a:defRPr/>
            </a:pPr>
            <a:r>
              <a:rPr lang="en-US" sz="1200" dirty="0">
                <a:solidFill>
                  <a:srgbClr val="000F46"/>
                </a:solidFill>
              </a:rPr>
              <a:t>I</a:t>
            </a:r>
            <a:r>
              <a:rPr kumimoji="0" lang="en-US" sz="1200" i="0" u="none" strike="noStrike" kern="0" cap="none" spc="0" normalizeH="0" baseline="0" noProof="0" dirty="0" err="1">
                <a:ln>
                  <a:noFill/>
                </a:ln>
                <a:solidFill>
                  <a:srgbClr val="000F46"/>
                </a:solidFill>
                <a:effectLst/>
                <a:uLnTx/>
                <a:uFillTx/>
                <a:latin typeface="Arial"/>
                <a:cs typeface="Arial"/>
                <a:sym typeface="Arial"/>
              </a:rPr>
              <a:t>nterface</a:t>
            </a:r>
            <a:r>
              <a:rPr lang="en-US" sz="1200" dirty="0">
                <a:solidFill>
                  <a:srgbClr val="000F46"/>
                </a:solidFill>
              </a:rPr>
              <a:t>: </a:t>
            </a:r>
            <a:r>
              <a:rPr kumimoji="0" lang="en-US" sz="1200" i="0" u="none" strike="noStrike" kern="0" cap="none" spc="0" normalizeH="0" baseline="0" noProof="0" dirty="0">
                <a:ln>
                  <a:noFill/>
                </a:ln>
                <a:solidFill>
                  <a:srgbClr val="000F46"/>
                </a:solidFill>
                <a:effectLst/>
                <a:uLnTx/>
                <a:uFillTx/>
                <a:latin typeface="Arial"/>
                <a:cs typeface="Arial"/>
                <a:sym typeface="Arial"/>
              </a:rPr>
              <a:t>USB connector, USB-UART converter, SWD debug header</a:t>
            </a:r>
          </a:p>
          <a:p>
            <a:pPr marL="742950" lvl="1" indent="-285750">
              <a:spcAft>
                <a:spcPts val="500"/>
              </a:spcAft>
              <a:buClr>
                <a:srgbClr val="000F46"/>
              </a:buClr>
              <a:buFont typeface="Arial" panose="020B0604020202020204" pitchFamily="34" charset="0"/>
              <a:buChar char="•"/>
              <a:defRPr/>
            </a:pPr>
            <a:r>
              <a:rPr lang="en-US" sz="1200" dirty="0">
                <a:solidFill>
                  <a:srgbClr val="000F46"/>
                </a:solidFill>
              </a:rPr>
              <a:t>Passive components: crystal, capacitor, resistor</a:t>
            </a:r>
            <a:endParaRPr kumimoji="0" lang="en-US" sz="1400" i="0" u="none" strike="noStrike" kern="0" cap="none" spc="0" normalizeH="0" baseline="0" noProof="0" dirty="0">
              <a:ln>
                <a:noFill/>
              </a:ln>
              <a:solidFill>
                <a:srgbClr val="000F46"/>
              </a:solidFill>
              <a:effectLst/>
              <a:uLnTx/>
              <a:uFillTx/>
              <a:latin typeface="Arial"/>
              <a:cs typeface="Arial"/>
              <a:sym typeface="Arial"/>
            </a:endParaRPr>
          </a:p>
          <a:p>
            <a:pPr marL="742950" lvl="1" indent="-285750">
              <a:spcAft>
                <a:spcPts val="500"/>
              </a:spcAft>
              <a:buClr>
                <a:srgbClr val="000F46"/>
              </a:buClr>
              <a:buFont typeface="Arial" panose="020B0604020202020204" pitchFamily="34" charset="0"/>
              <a:buChar char="•"/>
              <a:defRPr/>
            </a:pPr>
            <a:endParaRPr kumimoji="0" lang="en-US" b="1" i="0" u="none" strike="noStrike" kern="0" cap="none" spc="0" normalizeH="0" baseline="0" noProof="0" dirty="0">
              <a:ln>
                <a:noFill/>
              </a:ln>
              <a:solidFill>
                <a:srgbClr val="000F46"/>
              </a:solidFill>
              <a:effectLst/>
              <a:uLnTx/>
              <a:uFillTx/>
              <a:latin typeface="Arial"/>
              <a:cs typeface="Arial"/>
              <a:sym typeface="Arial"/>
            </a:endParaRPr>
          </a:p>
          <a:p>
            <a:pPr marL="742950" lvl="1" indent="-285750">
              <a:spcAft>
                <a:spcPts val="500"/>
              </a:spcAft>
              <a:buClr>
                <a:srgbClr val="000F46"/>
              </a:buClr>
              <a:buFont typeface="Arial" panose="020B0604020202020204" pitchFamily="34" charset="0"/>
              <a:buChar char="•"/>
              <a:defRPr/>
            </a:pPr>
            <a:endParaRPr kumimoji="0" lang="en-US" b="1" i="0" u="none" strike="noStrike" kern="0" cap="none" spc="0" normalizeH="0" baseline="0" noProof="0" dirty="0">
              <a:ln>
                <a:noFill/>
              </a:ln>
              <a:solidFill>
                <a:srgbClr val="000F46"/>
              </a:solidFill>
              <a:effectLst/>
              <a:uLnTx/>
              <a:uFillTx/>
              <a:latin typeface="Arial"/>
              <a:cs typeface="Arial"/>
              <a:sym typeface="Arial"/>
            </a:endParaRPr>
          </a:p>
          <a:p>
            <a:pPr marL="742950" lvl="1" indent="-285750">
              <a:spcAft>
                <a:spcPts val="500"/>
              </a:spcAft>
              <a:buFont typeface="Arial" panose="020B0604020202020204" pitchFamily="34" charset="0"/>
              <a:buChar char="•"/>
            </a:pPr>
            <a:endParaRPr kumimoji="0" lang="en-US" b="1" i="0" u="none" strike="noStrike" kern="0" cap="none" spc="0" normalizeH="0" baseline="0" noProof="0" dirty="0">
              <a:ln>
                <a:noFill/>
              </a:ln>
              <a:solidFill>
                <a:srgbClr val="000F46"/>
              </a:solidFill>
              <a:effectLst/>
              <a:uLnTx/>
              <a:uFillTx/>
              <a:latin typeface="Arial"/>
              <a:cs typeface="Arial"/>
              <a:sym typeface="Arial"/>
            </a:endParaRPr>
          </a:p>
          <a:p>
            <a:pPr marL="457200" lvl="1" indent="0">
              <a:spcAft>
                <a:spcPts val="500"/>
              </a:spcAft>
            </a:pPr>
            <a:endParaRPr lang="en-US" dirty="0"/>
          </a:p>
          <a:p>
            <a:pPr marL="285750" lvl="0" indent="-285750" algn="l" rtl="0">
              <a:spcBef>
                <a:spcPts val="500"/>
              </a:spcBef>
              <a:spcAft>
                <a:spcPts val="500"/>
              </a:spcAft>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92986D87-F08E-D12D-AE49-E7717DFB09EC}"/>
              </a:ext>
            </a:extLst>
          </p:cNvPr>
          <p:cNvPicPr>
            <a:picLocks noChangeAspect="1"/>
          </p:cNvPicPr>
          <p:nvPr/>
        </p:nvPicPr>
        <p:blipFill>
          <a:blip r:embed="rId3"/>
          <a:stretch>
            <a:fillRect/>
          </a:stretch>
        </p:blipFill>
        <p:spPr>
          <a:xfrm>
            <a:off x="6450496" y="1268044"/>
            <a:ext cx="2166169" cy="1624627"/>
          </a:xfrm>
          <a:prstGeom prst="rect">
            <a:avLst/>
          </a:prstGeom>
        </p:spPr>
      </p:pic>
      <p:sp>
        <p:nvSpPr>
          <p:cNvPr id="2" name="Slide Number Placeholder 1">
            <a:extLst>
              <a:ext uri="{FF2B5EF4-FFF2-40B4-BE49-F238E27FC236}">
                <a16:creationId xmlns:a16="http://schemas.microsoft.com/office/drawing/2014/main" id="{B05CDBC8-046C-E153-917D-842075BDEA2C}"/>
              </a:ext>
            </a:extLst>
          </p:cNvPr>
          <p:cNvSpPr>
            <a:spLocks noGrp="1"/>
          </p:cNvSpPr>
          <p:nvPr>
            <p:ph type="sldNum" idx="12"/>
          </p:nvPr>
        </p:nvSpPr>
        <p:spPr/>
        <p:txBody>
          <a:bodyPr/>
          <a:lstStyle/>
          <a:p>
            <a:fld id="{00000000-1234-1234-1234-123412341234}" type="slidenum">
              <a:rPr lang="en-US" altLang="zh-CN"/>
              <a:t>10</a:t>
            </a:fld>
            <a:endParaRPr lang="en-US"/>
          </a:p>
        </p:txBody>
      </p:sp>
    </p:spTree>
    <p:extLst>
      <p:ext uri="{BB962C8B-B14F-4D97-AF65-F5344CB8AC3E}">
        <p14:creationId xmlns:p14="http://schemas.microsoft.com/office/powerpoint/2010/main" val="1363435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ADA5-DC80-50D8-8EE2-1AE713D14ACC}"/>
              </a:ext>
            </a:extLst>
          </p:cNvPr>
          <p:cNvSpPr>
            <a:spLocks noGrp="1"/>
          </p:cNvSpPr>
          <p:nvPr>
            <p:ph type="title"/>
          </p:nvPr>
        </p:nvSpPr>
        <p:spPr/>
        <p:txBody>
          <a:bodyPr/>
          <a:lstStyle/>
          <a:p>
            <a:r>
              <a:rPr lang="en-US"/>
              <a:t>Hardware Architecture </a:t>
            </a:r>
          </a:p>
        </p:txBody>
      </p:sp>
      <p:sp>
        <p:nvSpPr>
          <p:cNvPr id="4" name="Slide Number Placeholder 3">
            <a:extLst>
              <a:ext uri="{FF2B5EF4-FFF2-40B4-BE49-F238E27FC236}">
                <a16:creationId xmlns:a16="http://schemas.microsoft.com/office/drawing/2014/main" id="{E5BABA5E-50FB-DC79-9C32-5466BC0CE807}"/>
              </a:ext>
            </a:extLst>
          </p:cNvPr>
          <p:cNvSpPr>
            <a:spLocks noGrp="1"/>
          </p:cNvSpPr>
          <p:nvPr>
            <p:ph type="sldNum" idx="12"/>
          </p:nvPr>
        </p:nvSpPr>
        <p:spPr/>
        <p:txBody>
          <a:bodyPr/>
          <a:lstStyle/>
          <a:p>
            <a:fld id="{00000000-1234-1234-1234-123412341234}" type="slidenum">
              <a:rPr lang="en-US" altLang="zh-CN"/>
              <a:t>11</a:t>
            </a:fld>
            <a:endParaRPr lang="en-US"/>
          </a:p>
        </p:txBody>
      </p:sp>
      <p:pic>
        <p:nvPicPr>
          <p:cNvPr id="6" name="Picture 5">
            <a:extLst>
              <a:ext uri="{FF2B5EF4-FFF2-40B4-BE49-F238E27FC236}">
                <a16:creationId xmlns:a16="http://schemas.microsoft.com/office/drawing/2014/main" id="{C3F78E63-8920-9411-3377-815EC4B0FEAF}"/>
              </a:ext>
            </a:extLst>
          </p:cNvPr>
          <p:cNvPicPr>
            <a:picLocks noChangeAspect="1"/>
          </p:cNvPicPr>
          <p:nvPr/>
        </p:nvPicPr>
        <p:blipFill>
          <a:blip r:embed="rId3"/>
          <a:stretch>
            <a:fillRect/>
          </a:stretch>
        </p:blipFill>
        <p:spPr>
          <a:xfrm>
            <a:off x="1852095" y="1098519"/>
            <a:ext cx="5848350" cy="3898900"/>
          </a:xfrm>
          <a:prstGeom prst="rect">
            <a:avLst/>
          </a:prstGeom>
        </p:spPr>
      </p:pic>
    </p:spTree>
    <p:extLst>
      <p:ext uri="{BB962C8B-B14F-4D97-AF65-F5344CB8AC3E}">
        <p14:creationId xmlns:p14="http://schemas.microsoft.com/office/powerpoint/2010/main" val="2354938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53C21-71F7-9362-7E91-23BC4CA14738}"/>
              </a:ext>
            </a:extLst>
          </p:cNvPr>
          <p:cNvSpPr>
            <a:spLocks noGrp="1"/>
          </p:cNvSpPr>
          <p:nvPr>
            <p:ph type="title"/>
          </p:nvPr>
        </p:nvSpPr>
        <p:spPr/>
        <p:txBody>
          <a:bodyPr/>
          <a:lstStyle/>
          <a:p>
            <a:r>
              <a:rPr lang="en-US" dirty="0"/>
              <a:t>Hardware Design Flow</a:t>
            </a:r>
          </a:p>
        </p:txBody>
      </p:sp>
      <p:sp>
        <p:nvSpPr>
          <p:cNvPr id="3" name="Text Placeholder 2">
            <a:extLst>
              <a:ext uri="{FF2B5EF4-FFF2-40B4-BE49-F238E27FC236}">
                <a16:creationId xmlns:a16="http://schemas.microsoft.com/office/drawing/2014/main" id="{25F94321-FCD9-8EF0-786A-191A280D145D}"/>
              </a:ext>
            </a:extLst>
          </p:cNvPr>
          <p:cNvSpPr>
            <a:spLocks noGrp="1"/>
          </p:cNvSpPr>
          <p:nvPr>
            <p:ph type="body" idx="1"/>
          </p:nvPr>
        </p:nvSpPr>
        <p:spPr/>
        <p:txBody>
          <a:bodyPr/>
          <a:lstStyle/>
          <a:p>
            <a:pPr marL="514350" indent="-285750">
              <a:buFont typeface="Arial" panose="020B0604020202020204" pitchFamily="34" charset="0"/>
              <a:buChar char="•"/>
            </a:pPr>
            <a:r>
              <a:rPr lang="en-US" b="0" dirty="0"/>
              <a:t>Schematic capture and verification </a:t>
            </a:r>
          </a:p>
          <a:p>
            <a:pPr marL="514350" indent="-285750">
              <a:buFont typeface="Arial" panose="020B0604020202020204" pitchFamily="34" charset="0"/>
              <a:buChar char="•"/>
            </a:pPr>
            <a:r>
              <a:rPr lang="en-US" b="0" dirty="0"/>
              <a:t>Layout and Design Rule Check </a:t>
            </a:r>
          </a:p>
          <a:p>
            <a:pPr marL="514350" indent="-285750">
              <a:buFont typeface="Arial" panose="020B0604020202020204" pitchFamily="34" charset="0"/>
              <a:buChar char="•"/>
            </a:pPr>
            <a:r>
              <a:rPr lang="en-US" b="0" dirty="0"/>
              <a:t>Production</a:t>
            </a:r>
          </a:p>
          <a:p>
            <a:pPr marL="514350" indent="-285750">
              <a:buFont typeface="Arial" panose="020B0604020202020204" pitchFamily="34" charset="0"/>
              <a:buChar char="•"/>
            </a:pPr>
            <a:r>
              <a:rPr lang="en-US" b="0" dirty="0"/>
              <a:t>Assembly </a:t>
            </a:r>
          </a:p>
          <a:p>
            <a:pPr marL="514350" indent="-285750">
              <a:buFont typeface="Arial" panose="020B0604020202020204" pitchFamily="34" charset="0"/>
              <a:buChar char="•"/>
            </a:pPr>
            <a:r>
              <a:rPr lang="en-US" b="0" dirty="0"/>
              <a:t>Test and debug </a:t>
            </a:r>
          </a:p>
          <a:p>
            <a:pPr marL="5143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C9A5F6F-7FC1-0052-3778-EB168CB567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CN" smtClean="0"/>
              <a:t>12</a:t>
            </a:fld>
            <a:endParaRPr lang="en-US"/>
          </a:p>
        </p:txBody>
      </p:sp>
      <p:pic>
        <p:nvPicPr>
          <p:cNvPr id="6" name="Picture 5">
            <a:extLst>
              <a:ext uri="{FF2B5EF4-FFF2-40B4-BE49-F238E27FC236}">
                <a16:creationId xmlns:a16="http://schemas.microsoft.com/office/drawing/2014/main" id="{B7CA839F-B5E9-6522-A5D5-EE6534CABC20}"/>
              </a:ext>
            </a:extLst>
          </p:cNvPr>
          <p:cNvPicPr>
            <a:picLocks noChangeAspect="1"/>
          </p:cNvPicPr>
          <p:nvPr/>
        </p:nvPicPr>
        <p:blipFill>
          <a:blip r:embed="rId3"/>
          <a:stretch>
            <a:fillRect/>
          </a:stretch>
        </p:blipFill>
        <p:spPr>
          <a:xfrm>
            <a:off x="5203767" y="1066397"/>
            <a:ext cx="2496678" cy="3328903"/>
          </a:xfrm>
          <a:prstGeom prst="rect">
            <a:avLst/>
          </a:prstGeom>
        </p:spPr>
      </p:pic>
    </p:spTree>
    <p:extLst>
      <p:ext uri="{BB962C8B-B14F-4D97-AF65-F5344CB8AC3E}">
        <p14:creationId xmlns:p14="http://schemas.microsoft.com/office/powerpoint/2010/main" val="3004406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863D-5A33-E3A8-0B78-20E32C054C72}"/>
              </a:ext>
            </a:extLst>
          </p:cNvPr>
          <p:cNvSpPr>
            <a:spLocks noGrp="1"/>
          </p:cNvSpPr>
          <p:nvPr>
            <p:ph type="title"/>
          </p:nvPr>
        </p:nvSpPr>
        <p:spPr/>
        <p:txBody>
          <a:bodyPr/>
          <a:lstStyle/>
          <a:p>
            <a:r>
              <a:rPr lang="en-US" dirty="0"/>
              <a:t>Firmware Design Process</a:t>
            </a:r>
          </a:p>
        </p:txBody>
      </p:sp>
      <p:sp>
        <p:nvSpPr>
          <p:cNvPr id="3" name="Text Placeholder 2">
            <a:extLst>
              <a:ext uri="{FF2B5EF4-FFF2-40B4-BE49-F238E27FC236}">
                <a16:creationId xmlns:a16="http://schemas.microsoft.com/office/drawing/2014/main" id="{E4AB051F-B521-38F0-11A4-204149CF3808}"/>
              </a:ext>
            </a:extLst>
          </p:cNvPr>
          <p:cNvSpPr>
            <a:spLocks noGrp="1"/>
          </p:cNvSpPr>
          <p:nvPr>
            <p:ph type="body" idx="1"/>
          </p:nvPr>
        </p:nvSpPr>
        <p:spPr>
          <a:xfrm>
            <a:off x="628649" y="1416889"/>
            <a:ext cx="8256195" cy="3198654"/>
          </a:xfrm>
        </p:spPr>
        <p:txBody>
          <a:bodyPr/>
          <a:lstStyle/>
          <a:p>
            <a:pPr marL="514350" indent="-285750">
              <a:buFont typeface="Arial" panose="020B0604020202020204" pitchFamily="34" charset="0"/>
              <a:buChar char="•"/>
            </a:pPr>
            <a:r>
              <a:rPr lang="en-US" dirty="0"/>
              <a:t>Two Choices </a:t>
            </a:r>
          </a:p>
          <a:p>
            <a:pPr marL="971550" lvl="1" indent="-285750">
              <a:buFont typeface="Arial" panose="020B0604020202020204" pitchFamily="34" charset="0"/>
              <a:buChar char="•"/>
            </a:pPr>
            <a:r>
              <a:rPr lang="en-US" sz="1400" dirty="0"/>
              <a:t>Bare-metal programming </a:t>
            </a:r>
          </a:p>
          <a:p>
            <a:pPr marL="971550" lvl="1" indent="-285750">
              <a:buFont typeface="Arial" panose="020B0604020202020204" pitchFamily="34" charset="0"/>
              <a:buChar char="•"/>
            </a:pPr>
            <a:r>
              <a:rPr lang="en-US" sz="1400" dirty="0"/>
              <a:t>HAL (Hardware Abstraction Layer) </a:t>
            </a:r>
          </a:p>
          <a:p>
            <a:pPr marL="514350" marR="0" lvl="0" indent="-285750" algn="l" defTabSz="914400" rtl="0" eaLnBrk="1" fontAlgn="auto" latinLnBrk="0" hangingPunct="1">
              <a:lnSpc>
                <a:spcPct val="133333"/>
              </a:lnSpc>
              <a:spcBef>
                <a:spcPts val="0"/>
              </a:spcBef>
              <a:spcAft>
                <a:spcPts val="0"/>
              </a:spcAft>
              <a:buClr>
                <a:srgbClr val="000F46"/>
              </a:buClr>
              <a:buSzPts val="1400"/>
              <a:buFont typeface="Arial" panose="020B0604020202020204" pitchFamily="34" charset="0"/>
              <a:buChar char="•"/>
              <a:tabLst/>
              <a:defRPr/>
            </a:pPr>
            <a:r>
              <a:rPr kumimoji="0" lang="en-US" sz="1700" b="1" i="0" u="none" strike="noStrike" kern="0" cap="none" spc="0" normalizeH="0" baseline="0" noProof="0" dirty="0" err="1">
                <a:ln>
                  <a:noFill/>
                </a:ln>
                <a:solidFill>
                  <a:srgbClr val="000F46"/>
                </a:solidFill>
                <a:effectLst/>
                <a:uLnTx/>
                <a:uFillTx/>
                <a:latin typeface="Arial"/>
                <a:cs typeface="Arial"/>
                <a:sym typeface="Arial"/>
              </a:rPr>
              <a:t>CubeMX</a:t>
            </a:r>
            <a:r>
              <a:rPr kumimoji="0" lang="en-US" sz="1700" b="1" i="0" u="none" strike="noStrike" kern="0" cap="none" spc="0" normalizeH="0" baseline="0" noProof="0" dirty="0">
                <a:ln>
                  <a:noFill/>
                </a:ln>
                <a:solidFill>
                  <a:srgbClr val="000F46"/>
                </a:solidFill>
                <a:effectLst/>
                <a:uLnTx/>
                <a:uFillTx/>
                <a:latin typeface="Arial"/>
                <a:cs typeface="Arial"/>
                <a:sym typeface="Arial"/>
              </a:rPr>
              <a:t> </a:t>
            </a:r>
            <a:r>
              <a:rPr lang="en-US" dirty="0">
                <a:solidFill>
                  <a:srgbClr val="000F46"/>
                </a:solidFill>
              </a:rPr>
              <a:t>S</a:t>
            </a:r>
            <a:r>
              <a:rPr kumimoji="0" lang="en-US" sz="1700" b="1" i="0" u="none" strike="noStrike" kern="0" cap="none" spc="0" normalizeH="0" baseline="0" noProof="0" dirty="0" err="1">
                <a:ln>
                  <a:noFill/>
                </a:ln>
                <a:solidFill>
                  <a:srgbClr val="000F46"/>
                </a:solidFill>
                <a:effectLst/>
                <a:uLnTx/>
                <a:uFillTx/>
                <a:latin typeface="Arial"/>
                <a:cs typeface="Arial"/>
                <a:sym typeface="Arial"/>
              </a:rPr>
              <a:t>etup</a:t>
            </a:r>
            <a:endParaRPr kumimoji="0" lang="en-US" sz="1700" b="1" i="0" u="none" strike="noStrike" kern="0" cap="none" spc="0" normalizeH="0" baseline="0" noProof="0" dirty="0">
              <a:ln>
                <a:noFill/>
              </a:ln>
              <a:solidFill>
                <a:srgbClr val="000F46"/>
              </a:solidFill>
              <a:effectLst/>
              <a:uLnTx/>
              <a:uFillTx/>
              <a:latin typeface="Arial"/>
              <a:cs typeface="Arial"/>
              <a:sym typeface="Arial"/>
            </a:endParaRPr>
          </a:p>
          <a:p>
            <a:pPr marL="971550" lvl="1" indent="-285750">
              <a:spcBef>
                <a:spcPts val="0"/>
              </a:spcBef>
              <a:buClr>
                <a:srgbClr val="000F46"/>
              </a:buClr>
              <a:buFont typeface="Arial" panose="020B0604020202020204" pitchFamily="34" charset="0"/>
              <a:buChar char="•"/>
              <a:defRPr/>
            </a:pPr>
            <a:r>
              <a:rPr lang="en-US" sz="1400" dirty="0"/>
              <a:t>Connectivity (SPI, UART)</a:t>
            </a:r>
          </a:p>
          <a:p>
            <a:pPr marL="971550" lvl="1" indent="-285750">
              <a:spcBef>
                <a:spcPts val="0"/>
              </a:spcBef>
              <a:buClr>
                <a:srgbClr val="000F46"/>
              </a:buClr>
              <a:buFont typeface="Arial" panose="020B0604020202020204" pitchFamily="34" charset="0"/>
              <a:buChar char="•"/>
              <a:defRPr/>
            </a:pPr>
            <a:r>
              <a:rPr lang="en-US" sz="1400" dirty="0"/>
              <a:t>System Core (DMA, Interrupt, …)</a:t>
            </a:r>
          </a:p>
          <a:p>
            <a:pPr marL="971550" lvl="1" indent="-285750">
              <a:spcBef>
                <a:spcPts val="0"/>
              </a:spcBef>
              <a:buClr>
                <a:srgbClr val="000F46"/>
              </a:buClr>
              <a:buFont typeface="Arial" panose="020B0604020202020204" pitchFamily="34" charset="0"/>
              <a:buChar char="•"/>
              <a:defRPr/>
            </a:pPr>
            <a:r>
              <a:rPr lang="en-US" sz="1400" dirty="0"/>
              <a:t>System Clock</a:t>
            </a:r>
          </a:p>
          <a:p>
            <a:pPr marL="971550" lvl="1" indent="-285750">
              <a:spcBef>
                <a:spcPts val="0"/>
              </a:spcBef>
              <a:buClr>
                <a:srgbClr val="000F46"/>
              </a:buClr>
              <a:buFont typeface="Arial" panose="020B0604020202020204" pitchFamily="34" charset="0"/>
              <a:buChar char="•"/>
              <a:defRPr/>
            </a:pPr>
            <a:r>
              <a:rPr lang="en-US" sz="1400" dirty="0"/>
              <a:t>BLE</a:t>
            </a:r>
          </a:p>
          <a:p>
            <a:pPr marL="971550" lvl="1" indent="-285750">
              <a:spcBef>
                <a:spcPts val="0"/>
              </a:spcBef>
              <a:buClr>
                <a:srgbClr val="000F46"/>
              </a:buClr>
              <a:buFont typeface="Arial" panose="020B0604020202020204" pitchFamily="34" charset="0"/>
              <a:buChar char="•"/>
              <a:defRPr/>
            </a:pPr>
            <a:r>
              <a:rPr kumimoji="0" lang="en-US" sz="1400" b="1" i="0" u="none" strike="noStrike" kern="0" cap="none" spc="0" normalizeH="0" baseline="0" noProof="0" dirty="0">
                <a:ln>
                  <a:noFill/>
                </a:ln>
                <a:solidFill>
                  <a:srgbClr val="000F46"/>
                </a:solidFill>
                <a:effectLst/>
                <a:uLnTx/>
                <a:uFillTx/>
                <a:latin typeface="Arial"/>
                <a:cs typeface="Arial"/>
                <a:sym typeface="Arial"/>
              </a:rPr>
              <a:t>…</a:t>
            </a:r>
          </a:p>
          <a:p>
            <a:pPr marL="514350" marR="0" lvl="0" indent="-285750" algn="l" defTabSz="914400" rtl="0" eaLnBrk="1" fontAlgn="auto" latinLnBrk="0" hangingPunct="1">
              <a:lnSpc>
                <a:spcPct val="133333"/>
              </a:lnSpc>
              <a:spcBef>
                <a:spcPts val="0"/>
              </a:spcBef>
              <a:spcAft>
                <a:spcPts val="0"/>
              </a:spcAft>
              <a:buClr>
                <a:srgbClr val="000F46"/>
              </a:buClr>
              <a:buSzPts val="1400"/>
              <a:buFont typeface="Arial" panose="020B0604020202020204" pitchFamily="34" charset="0"/>
              <a:buChar char="•"/>
              <a:tabLst/>
              <a:defRPr/>
            </a:pPr>
            <a:r>
              <a:rPr kumimoji="0" lang="en-US" sz="1700" b="1" i="0" u="none" strike="noStrike" kern="0" cap="none" spc="0" normalizeH="0" baseline="0" noProof="0" dirty="0">
                <a:ln>
                  <a:noFill/>
                </a:ln>
                <a:solidFill>
                  <a:srgbClr val="000F46"/>
                </a:solidFill>
                <a:effectLst/>
                <a:uLnTx/>
                <a:uFillTx/>
                <a:latin typeface="Arial"/>
                <a:cs typeface="Arial"/>
                <a:sym typeface="Arial"/>
              </a:rPr>
              <a:t>BLE  Configuration </a:t>
            </a:r>
            <a:endParaRPr kumimoji="0" lang="en-US" b="1" i="0" u="none" strike="noStrike" kern="0" cap="none" spc="0" normalizeH="0" baseline="0" noProof="0" dirty="0">
              <a:ln>
                <a:noFill/>
              </a:ln>
              <a:solidFill>
                <a:srgbClr val="000F46"/>
              </a:solidFill>
              <a:effectLst/>
              <a:uLnTx/>
              <a:uFillTx/>
              <a:latin typeface="Arial"/>
              <a:cs typeface="Arial"/>
              <a:sym typeface="Arial"/>
            </a:endParaRPr>
          </a:p>
          <a:p>
            <a:pPr marL="971550" lvl="1"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12A63A4-C6D7-FFAF-B003-9A191CA02323}"/>
              </a:ext>
            </a:extLst>
          </p:cNvPr>
          <p:cNvSpPr>
            <a:spLocks noGrp="1"/>
          </p:cNvSpPr>
          <p:nvPr>
            <p:ph type="sldNum" idx="12"/>
          </p:nvPr>
        </p:nvSpPr>
        <p:spPr/>
        <p:txBody>
          <a:bodyPr/>
          <a:lstStyle/>
          <a:p>
            <a:fld id="{00000000-1234-1234-1234-123412341234}" type="slidenum">
              <a:rPr lang="en-US" altLang="zh-CN"/>
              <a:t>13</a:t>
            </a:fld>
            <a:endParaRPr lang="en-US"/>
          </a:p>
        </p:txBody>
      </p:sp>
      <p:pic>
        <p:nvPicPr>
          <p:cNvPr id="6" name="Picture 5">
            <a:extLst>
              <a:ext uri="{FF2B5EF4-FFF2-40B4-BE49-F238E27FC236}">
                <a16:creationId xmlns:a16="http://schemas.microsoft.com/office/drawing/2014/main" id="{5753388F-6FF9-9B26-DFB0-DD41673C3C36}"/>
              </a:ext>
            </a:extLst>
          </p:cNvPr>
          <p:cNvPicPr>
            <a:picLocks noChangeAspect="1"/>
          </p:cNvPicPr>
          <p:nvPr/>
        </p:nvPicPr>
        <p:blipFill>
          <a:blip r:embed="rId3"/>
          <a:stretch>
            <a:fillRect/>
          </a:stretch>
        </p:blipFill>
        <p:spPr>
          <a:xfrm>
            <a:off x="4415395" y="1416889"/>
            <a:ext cx="4563794" cy="2643726"/>
          </a:xfrm>
          <a:prstGeom prst="rect">
            <a:avLst/>
          </a:prstGeom>
        </p:spPr>
      </p:pic>
    </p:spTree>
    <p:extLst>
      <p:ext uri="{BB962C8B-B14F-4D97-AF65-F5344CB8AC3E}">
        <p14:creationId xmlns:p14="http://schemas.microsoft.com/office/powerpoint/2010/main" val="592700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5CDB4-7666-8117-E94E-D7BEAF62D172}"/>
              </a:ext>
            </a:extLst>
          </p:cNvPr>
          <p:cNvSpPr>
            <a:spLocks noGrp="1"/>
          </p:cNvSpPr>
          <p:nvPr>
            <p:ph type="title"/>
          </p:nvPr>
        </p:nvSpPr>
        <p:spPr/>
        <p:txBody>
          <a:bodyPr/>
          <a:lstStyle/>
          <a:p>
            <a:r>
              <a:rPr lang="en-US" dirty="0"/>
              <a:t>BLE Configuration</a:t>
            </a:r>
          </a:p>
        </p:txBody>
      </p:sp>
      <p:sp>
        <p:nvSpPr>
          <p:cNvPr id="3" name="Text Placeholder 2">
            <a:extLst>
              <a:ext uri="{FF2B5EF4-FFF2-40B4-BE49-F238E27FC236}">
                <a16:creationId xmlns:a16="http://schemas.microsoft.com/office/drawing/2014/main" id="{2CCB1E0E-9AB1-1D8B-2DF7-59C4CB40F199}"/>
              </a:ext>
            </a:extLst>
          </p:cNvPr>
          <p:cNvSpPr>
            <a:spLocks noGrp="1"/>
          </p:cNvSpPr>
          <p:nvPr>
            <p:ph type="body" idx="1"/>
          </p:nvPr>
        </p:nvSpPr>
        <p:spPr/>
        <p:txBody>
          <a:bodyPr/>
          <a:lstStyle/>
          <a:p>
            <a:pPr marL="514350" indent="-285750">
              <a:buFont typeface="Arial" panose="020B0604020202020204" pitchFamily="34" charset="0"/>
              <a:buChar char="•"/>
            </a:pPr>
            <a:r>
              <a:rPr lang="en-US" sz="1600" b="0" dirty="0"/>
              <a:t>Start with official tutorial then adapt to our application</a:t>
            </a:r>
          </a:p>
          <a:p>
            <a:pPr marL="514350" indent="-285750">
              <a:buFont typeface="Arial" panose="020B0604020202020204" pitchFamily="34" charset="0"/>
              <a:buChar char="•"/>
            </a:pPr>
            <a:r>
              <a:rPr lang="en-US" sz="1600" b="0" dirty="0"/>
              <a:t>Low level details about BLE protocol are handled by ST’s middleware</a:t>
            </a:r>
          </a:p>
          <a:p>
            <a:pPr marL="514350" indent="-285750">
              <a:buFont typeface="Arial" panose="020B0604020202020204" pitchFamily="34" charset="0"/>
              <a:buChar char="•"/>
            </a:pPr>
            <a:r>
              <a:rPr lang="en-US" sz="1600" b="0" dirty="0"/>
              <a:t>Custom GATT Server: BLE services and characteristics</a:t>
            </a:r>
          </a:p>
          <a:p>
            <a:pPr marL="514350" indent="-285750">
              <a:buFont typeface="Arial" panose="020B0604020202020204" pitchFamily="34" charset="0"/>
              <a:buChar char="•"/>
            </a:pPr>
            <a:r>
              <a:rPr lang="en-US" sz="1600" b="0" dirty="0"/>
              <a:t>Four services (control, vital sign, fall, vibration)</a:t>
            </a:r>
          </a:p>
          <a:p>
            <a:pPr marL="514350" indent="-285750">
              <a:buFont typeface="Arial" panose="020B0604020202020204" pitchFamily="34" charset="0"/>
              <a:buChar char="•"/>
            </a:pPr>
            <a:r>
              <a:rPr lang="en-US" sz="1600" b="0" dirty="0"/>
              <a:t>Several characteristics are defined for each service</a:t>
            </a:r>
          </a:p>
        </p:txBody>
      </p:sp>
      <p:sp>
        <p:nvSpPr>
          <p:cNvPr id="4" name="Slide Number Placeholder 3">
            <a:extLst>
              <a:ext uri="{FF2B5EF4-FFF2-40B4-BE49-F238E27FC236}">
                <a16:creationId xmlns:a16="http://schemas.microsoft.com/office/drawing/2014/main" id="{43064580-ECC5-0955-CD84-B1645A95C8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zh-CN" smtClean="0"/>
              <a:t>14</a:t>
            </a:fld>
            <a:endParaRPr lang="en-US"/>
          </a:p>
        </p:txBody>
      </p:sp>
      <p:pic>
        <p:nvPicPr>
          <p:cNvPr id="6" name="Picture 5">
            <a:extLst>
              <a:ext uri="{FF2B5EF4-FFF2-40B4-BE49-F238E27FC236}">
                <a16:creationId xmlns:a16="http://schemas.microsoft.com/office/drawing/2014/main" id="{29228C20-5FB8-A5DF-82B0-C6C75D491FD3}"/>
              </a:ext>
            </a:extLst>
          </p:cNvPr>
          <p:cNvPicPr>
            <a:picLocks noChangeAspect="1"/>
          </p:cNvPicPr>
          <p:nvPr/>
        </p:nvPicPr>
        <p:blipFill>
          <a:blip r:embed="rId3"/>
          <a:stretch>
            <a:fillRect/>
          </a:stretch>
        </p:blipFill>
        <p:spPr>
          <a:xfrm>
            <a:off x="731724" y="3024739"/>
            <a:ext cx="7680551" cy="2039214"/>
          </a:xfrm>
          <a:prstGeom prst="rect">
            <a:avLst/>
          </a:prstGeom>
        </p:spPr>
      </p:pic>
    </p:spTree>
    <p:extLst>
      <p:ext uri="{BB962C8B-B14F-4D97-AF65-F5344CB8AC3E}">
        <p14:creationId xmlns:p14="http://schemas.microsoft.com/office/powerpoint/2010/main" val="3433777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ED9E4-3EFC-59CE-CF28-DDA72D560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B12CE-49D2-0F7F-E445-0DDDC99B1905}"/>
              </a:ext>
            </a:extLst>
          </p:cNvPr>
          <p:cNvSpPr>
            <a:spLocks noGrp="1"/>
          </p:cNvSpPr>
          <p:nvPr>
            <p:ph type="title"/>
          </p:nvPr>
        </p:nvSpPr>
        <p:spPr/>
        <p:txBody>
          <a:bodyPr/>
          <a:lstStyle/>
          <a:p>
            <a:r>
              <a:rPr lang="en-US"/>
              <a:t>Firmware Architecture</a:t>
            </a:r>
          </a:p>
        </p:txBody>
      </p:sp>
      <p:sp>
        <p:nvSpPr>
          <p:cNvPr id="4" name="Slide Number Placeholder 3">
            <a:extLst>
              <a:ext uri="{FF2B5EF4-FFF2-40B4-BE49-F238E27FC236}">
                <a16:creationId xmlns:a16="http://schemas.microsoft.com/office/drawing/2014/main" id="{B4B944CD-163F-BFF4-072C-1972DA0E11CA}"/>
              </a:ext>
            </a:extLst>
          </p:cNvPr>
          <p:cNvSpPr>
            <a:spLocks noGrp="1"/>
          </p:cNvSpPr>
          <p:nvPr>
            <p:ph type="sldNum" idx="12"/>
          </p:nvPr>
        </p:nvSpPr>
        <p:spPr/>
        <p:txBody>
          <a:bodyPr/>
          <a:lstStyle/>
          <a:p>
            <a:fld id="{00000000-1234-1234-1234-123412341234}" type="slidenum">
              <a:rPr lang="en-US" altLang="zh-CN"/>
              <a:t>15</a:t>
            </a:fld>
            <a:endParaRPr lang="en-US"/>
          </a:p>
        </p:txBody>
      </p:sp>
      <p:pic>
        <p:nvPicPr>
          <p:cNvPr id="5" name="Picture 4">
            <a:extLst>
              <a:ext uri="{FF2B5EF4-FFF2-40B4-BE49-F238E27FC236}">
                <a16:creationId xmlns:a16="http://schemas.microsoft.com/office/drawing/2014/main" id="{018D8072-9D60-42A3-CE67-DB41BFEFF16C}"/>
              </a:ext>
            </a:extLst>
          </p:cNvPr>
          <p:cNvPicPr>
            <a:picLocks noChangeAspect="1"/>
          </p:cNvPicPr>
          <p:nvPr/>
        </p:nvPicPr>
        <p:blipFill>
          <a:blip r:embed="rId3"/>
          <a:stretch>
            <a:fillRect/>
          </a:stretch>
        </p:blipFill>
        <p:spPr>
          <a:xfrm>
            <a:off x="2263555" y="1056686"/>
            <a:ext cx="3888831" cy="3933208"/>
          </a:xfrm>
          <a:prstGeom prst="rect">
            <a:avLst/>
          </a:prstGeom>
        </p:spPr>
      </p:pic>
      <p:sp>
        <p:nvSpPr>
          <p:cNvPr id="7" name="TextBox 6">
            <a:extLst>
              <a:ext uri="{FF2B5EF4-FFF2-40B4-BE49-F238E27FC236}">
                <a16:creationId xmlns:a16="http://schemas.microsoft.com/office/drawing/2014/main" id="{7B5714D7-D04C-9FDC-A845-B27E2C6869D6}"/>
              </a:ext>
            </a:extLst>
          </p:cNvPr>
          <p:cNvSpPr txBox="1"/>
          <p:nvPr/>
        </p:nvSpPr>
        <p:spPr>
          <a:xfrm>
            <a:off x="259155" y="4466674"/>
            <a:ext cx="3888831" cy="523220"/>
          </a:xfrm>
          <a:prstGeom prst="rect">
            <a:avLst/>
          </a:prstGeom>
          <a:noFill/>
        </p:spPr>
        <p:txBody>
          <a:bodyPr wrap="square">
            <a:spAutoFit/>
          </a:bodyPr>
          <a:lstStyle/>
          <a:p>
            <a:r>
              <a:rPr lang="en-AU" sz="1400" b="1" dirty="0">
                <a:effectLst/>
                <a:latin typeface="Times New Roman" panose="02020603050405020304" pitchFamily="18" charset="0"/>
                <a:ea typeface="SimSun" panose="02010600030101010101" pitchFamily="2" charset="-122"/>
              </a:rPr>
              <a:t>STM32 firmware boot sequence executing within </a:t>
            </a:r>
            <a:r>
              <a:rPr lang="en-AU" sz="1100" b="1" dirty="0" err="1">
                <a:effectLst/>
                <a:latin typeface="Courier New" panose="02070309020205020404" pitchFamily="49" charset="0"/>
                <a:ea typeface="SimSun" panose="02010600030101010101" pitchFamily="2" charset="-122"/>
                <a:cs typeface="Courier New" panose="02070309020205020404" pitchFamily="49" charset="0"/>
              </a:rPr>
              <a:t>main.c</a:t>
            </a:r>
            <a:r>
              <a:rPr lang="en-US" dirty="0">
                <a:effectLst/>
              </a:rPr>
              <a:t> </a:t>
            </a:r>
            <a:endParaRPr lang="en-US" dirty="0"/>
          </a:p>
        </p:txBody>
      </p:sp>
      <p:sp>
        <p:nvSpPr>
          <p:cNvPr id="3" name="Right Brace 2">
            <a:extLst>
              <a:ext uri="{FF2B5EF4-FFF2-40B4-BE49-F238E27FC236}">
                <a16:creationId xmlns:a16="http://schemas.microsoft.com/office/drawing/2014/main" id="{0DA90EF3-DB03-8750-824F-491CA9C5CB72}"/>
              </a:ext>
            </a:extLst>
          </p:cNvPr>
          <p:cNvSpPr/>
          <p:nvPr/>
        </p:nvSpPr>
        <p:spPr>
          <a:xfrm>
            <a:off x="5381203" y="1526263"/>
            <a:ext cx="250853" cy="149702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EDA5E08F-65E6-E3B0-A625-1622DA1CAA76}"/>
              </a:ext>
            </a:extLst>
          </p:cNvPr>
          <p:cNvSpPr/>
          <p:nvPr/>
        </p:nvSpPr>
        <p:spPr>
          <a:xfrm>
            <a:off x="6550136" y="3414838"/>
            <a:ext cx="250853" cy="12299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DF1C1C7D-753B-C873-4652-C9AF081631EA}"/>
              </a:ext>
            </a:extLst>
          </p:cNvPr>
          <p:cNvSpPr txBox="1"/>
          <p:nvPr/>
        </p:nvSpPr>
        <p:spPr>
          <a:xfrm>
            <a:off x="5850542" y="2103929"/>
            <a:ext cx="2103929" cy="307777"/>
          </a:xfrm>
          <a:prstGeom prst="rect">
            <a:avLst/>
          </a:prstGeom>
          <a:noFill/>
        </p:spPr>
        <p:txBody>
          <a:bodyPr wrap="square" rtlCol="0">
            <a:spAutoFit/>
          </a:bodyPr>
          <a:lstStyle/>
          <a:p>
            <a:r>
              <a:rPr lang="en-US" dirty="0"/>
              <a:t>Hardware Initialization</a:t>
            </a:r>
          </a:p>
        </p:txBody>
      </p:sp>
      <p:sp>
        <p:nvSpPr>
          <p:cNvPr id="9" name="TextBox 8">
            <a:extLst>
              <a:ext uri="{FF2B5EF4-FFF2-40B4-BE49-F238E27FC236}">
                <a16:creationId xmlns:a16="http://schemas.microsoft.com/office/drawing/2014/main" id="{B86326BA-E49F-0E3E-E66A-46BF2F951455}"/>
              </a:ext>
            </a:extLst>
          </p:cNvPr>
          <p:cNvSpPr txBox="1"/>
          <p:nvPr/>
        </p:nvSpPr>
        <p:spPr>
          <a:xfrm>
            <a:off x="6926781" y="3884177"/>
            <a:ext cx="2103929" cy="307777"/>
          </a:xfrm>
          <a:prstGeom prst="rect">
            <a:avLst/>
          </a:prstGeom>
          <a:noFill/>
        </p:spPr>
        <p:txBody>
          <a:bodyPr wrap="square" rtlCol="0">
            <a:spAutoFit/>
          </a:bodyPr>
          <a:lstStyle/>
          <a:p>
            <a:r>
              <a:rPr lang="en-US" dirty="0"/>
              <a:t>Middleware Initialization</a:t>
            </a:r>
          </a:p>
        </p:txBody>
      </p:sp>
    </p:spTree>
    <p:extLst>
      <p:ext uri="{BB962C8B-B14F-4D97-AF65-F5344CB8AC3E}">
        <p14:creationId xmlns:p14="http://schemas.microsoft.com/office/powerpoint/2010/main" val="126962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3FBE-A735-11F0-7EF6-3A9BEAE21EB9}"/>
              </a:ext>
            </a:extLst>
          </p:cNvPr>
          <p:cNvSpPr>
            <a:spLocks noGrp="1"/>
          </p:cNvSpPr>
          <p:nvPr>
            <p:ph type="title"/>
          </p:nvPr>
        </p:nvSpPr>
        <p:spPr/>
        <p:txBody>
          <a:bodyPr/>
          <a:lstStyle/>
          <a:p>
            <a:r>
              <a:rPr lang="en-US"/>
              <a:t>System Integration </a:t>
            </a:r>
          </a:p>
        </p:txBody>
      </p:sp>
      <p:sp>
        <p:nvSpPr>
          <p:cNvPr id="3" name="Text Placeholder 2">
            <a:extLst>
              <a:ext uri="{FF2B5EF4-FFF2-40B4-BE49-F238E27FC236}">
                <a16:creationId xmlns:a16="http://schemas.microsoft.com/office/drawing/2014/main" id="{CEAB4DCC-A15C-6235-922D-46725D0BD257}"/>
              </a:ext>
            </a:extLst>
          </p:cNvPr>
          <p:cNvSpPr>
            <a:spLocks noGrp="1"/>
          </p:cNvSpPr>
          <p:nvPr>
            <p:ph type="body" idx="1"/>
          </p:nvPr>
        </p:nvSpPr>
        <p:spPr/>
        <p:txBody>
          <a:bodyPr/>
          <a:lstStyle/>
          <a:p>
            <a:pPr marL="514350" indent="-285750">
              <a:buFont typeface="Arial" panose="020B0604020202020204" pitchFamily="34" charset="0"/>
              <a:buChar char="•"/>
            </a:pPr>
            <a:r>
              <a:rPr lang="en-US" sz="1600" b="0" dirty="0" err="1"/>
              <a:t>radar_adaptor.c</a:t>
            </a:r>
            <a:r>
              <a:rPr lang="en-US" sz="1600" b="0" dirty="0"/>
              <a:t> as the main control hub to coordinate BLE and sensor tasks</a:t>
            </a:r>
          </a:p>
          <a:p>
            <a:pPr marL="514350" indent="-285750">
              <a:buFont typeface="Arial" panose="020B0604020202020204" pitchFamily="34" charset="0"/>
              <a:buChar char="•"/>
            </a:pPr>
            <a:r>
              <a:rPr lang="en-US" sz="1600" b="0" dirty="0"/>
              <a:t>Wrap low level functions in A121 SDK into several functions (APIs)</a:t>
            </a:r>
          </a:p>
          <a:p>
            <a:pPr>
              <a:lnSpc>
                <a:spcPts val="2250"/>
              </a:lnSpc>
              <a:buNone/>
            </a:pPr>
            <a:r>
              <a:rPr lang="en-US" b="0" dirty="0">
                <a:solidFill>
                  <a:srgbClr val="0000FF"/>
                </a:solidFill>
                <a:effectLst/>
                <a:latin typeface="Menlo" panose="020B0609030804020204" pitchFamily="49" charset="0"/>
              </a:rPr>
              <a:t>bool</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Radar_Adapter_Init</a:t>
            </a:r>
            <a:r>
              <a:rPr lang="en-US" b="0" dirty="0">
                <a:solidFill>
                  <a:srgbClr val="3B3B3B"/>
                </a:solidFill>
                <a:effectLst/>
                <a:latin typeface="Menlo" panose="020B0609030804020204" pitchFamily="49" charset="0"/>
              </a:rPr>
              <a:t>(</a:t>
            </a:r>
            <a:r>
              <a:rPr lang="en-US" b="0" dirty="0">
                <a:solidFill>
                  <a:srgbClr val="0000FF"/>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ts val="2250"/>
              </a:lnSpc>
              <a:buNone/>
            </a:pPr>
            <a:r>
              <a:rPr lang="en-US" b="0" dirty="0">
                <a:solidFill>
                  <a:srgbClr val="0000FF"/>
                </a:solidFill>
                <a:effectLst/>
                <a:latin typeface="Menlo" panose="020B0609030804020204" pitchFamily="49" charset="0"/>
              </a:rPr>
              <a:t>bool</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Radar_Adapter_Start</a:t>
            </a:r>
            <a:r>
              <a:rPr lang="en-US" b="0" dirty="0">
                <a:solidFill>
                  <a:srgbClr val="3B3B3B"/>
                </a:solidFill>
                <a:effectLst/>
                <a:latin typeface="Menlo" panose="020B0609030804020204" pitchFamily="49" charset="0"/>
              </a:rPr>
              <a:t>(</a:t>
            </a:r>
            <a:r>
              <a:rPr lang="en-US" b="0" dirty="0" err="1">
                <a:solidFill>
                  <a:srgbClr val="267F99"/>
                </a:solidFill>
                <a:effectLst/>
                <a:latin typeface="Menlo" panose="020B0609030804020204" pitchFamily="49" charset="0"/>
              </a:rPr>
              <a:t>Radar_Mode_t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mode</a:t>
            </a:r>
            <a:r>
              <a:rPr lang="en-US" b="0" dirty="0">
                <a:solidFill>
                  <a:srgbClr val="3B3B3B"/>
                </a:solidFill>
                <a:effectLst/>
                <a:latin typeface="Menlo" panose="020B0609030804020204" pitchFamily="49" charset="0"/>
              </a:rPr>
              <a:t>);</a:t>
            </a:r>
          </a:p>
          <a:p>
            <a:pPr>
              <a:lnSpc>
                <a:spcPts val="2250"/>
              </a:lnSpc>
            </a:pPr>
            <a:r>
              <a:rPr lang="en-US" b="0" dirty="0">
                <a:solidFill>
                  <a:srgbClr val="0000FF"/>
                </a:solidFill>
                <a:latin typeface="Menlo" panose="020B0609030804020204" pitchFamily="49" charset="0"/>
              </a:rPr>
              <a:t>static</a:t>
            </a:r>
            <a:r>
              <a:rPr lang="en-US" b="0" dirty="0">
                <a:solidFill>
                  <a:srgbClr val="3B3B3B"/>
                </a:solidFill>
                <a:latin typeface="Menlo" panose="020B0609030804020204" pitchFamily="49" charset="0"/>
              </a:rPr>
              <a:t> </a:t>
            </a:r>
            <a:r>
              <a:rPr lang="en-US" b="0" dirty="0">
                <a:solidFill>
                  <a:srgbClr val="0000FF"/>
                </a:solidFill>
                <a:latin typeface="Menlo" panose="020B0609030804020204" pitchFamily="49" charset="0"/>
              </a:rPr>
              <a:t>bool</a:t>
            </a:r>
            <a:r>
              <a:rPr lang="en-US" b="0" dirty="0">
                <a:solidFill>
                  <a:srgbClr val="3B3B3B"/>
                </a:solidFill>
                <a:latin typeface="Menlo" panose="020B0609030804020204" pitchFamily="49" charset="0"/>
              </a:rPr>
              <a:t> </a:t>
            </a:r>
            <a:r>
              <a:rPr lang="en-US" b="0" dirty="0" err="1">
                <a:solidFill>
                  <a:srgbClr val="795E26"/>
                </a:solidFill>
                <a:latin typeface="Menlo" panose="020B0609030804020204" pitchFamily="49" charset="0"/>
              </a:rPr>
              <a:t>init_vibration</a:t>
            </a:r>
            <a:r>
              <a:rPr lang="en-US" b="0" dirty="0">
                <a:solidFill>
                  <a:srgbClr val="3B3B3B"/>
                </a:solidFill>
                <a:latin typeface="Menlo" panose="020B0609030804020204" pitchFamily="49" charset="0"/>
              </a:rPr>
              <a:t>(</a:t>
            </a:r>
            <a:r>
              <a:rPr lang="en-US" b="0" dirty="0">
                <a:solidFill>
                  <a:srgbClr val="0000FF"/>
                </a:solidFill>
                <a:latin typeface="Menlo" panose="020B0609030804020204" pitchFamily="49" charset="0"/>
              </a:rPr>
              <a:t>void</a:t>
            </a:r>
            <a:r>
              <a:rPr lang="en-US" b="0" dirty="0">
                <a:solidFill>
                  <a:srgbClr val="3B3B3B"/>
                </a:solidFill>
                <a:latin typeface="Menlo" panose="020B0609030804020204" pitchFamily="49" charset="0"/>
              </a:rPr>
              <a:t>);</a:t>
            </a:r>
          </a:p>
          <a:p>
            <a:pPr>
              <a:lnSpc>
                <a:spcPts val="2250"/>
              </a:lnSpc>
            </a:pPr>
            <a:r>
              <a:rPr lang="en-US" b="0" dirty="0">
                <a:solidFill>
                  <a:srgbClr val="0000FF"/>
                </a:solidFill>
                <a:latin typeface="Menlo" panose="020B0609030804020204" pitchFamily="49" charset="0"/>
              </a:rPr>
              <a:t>static</a:t>
            </a:r>
            <a:r>
              <a:rPr lang="en-US" b="0" dirty="0">
                <a:solidFill>
                  <a:srgbClr val="3B3B3B"/>
                </a:solidFill>
                <a:latin typeface="Menlo" panose="020B0609030804020204" pitchFamily="49" charset="0"/>
              </a:rPr>
              <a:t> </a:t>
            </a:r>
            <a:r>
              <a:rPr lang="en-US" b="0" dirty="0">
                <a:solidFill>
                  <a:srgbClr val="0000FF"/>
                </a:solidFill>
                <a:latin typeface="Menlo" panose="020B0609030804020204" pitchFamily="49" charset="0"/>
              </a:rPr>
              <a:t>bool</a:t>
            </a:r>
            <a:r>
              <a:rPr lang="en-US" b="0" dirty="0">
                <a:solidFill>
                  <a:srgbClr val="3B3B3B"/>
                </a:solidFill>
                <a:latin typeface="Menlo" panose="020B0609030804020204" pitchFamily="49" charset="0"/>
              </a:rPr>
              <a:t> </a:t>
            </a:r>
            <a:r>
              <a:rPr lang="en-US" b="0" dirty="0" err="1">
                <a:solidFill>
                  <a:srgbClr val="795E26"/>
                </a:solidFill>
                <a:latin typeface="Menlo" panose="020B0609030804020204" pitchFamily="49" charset="0"/>
              </a:rPr>
              <a:t>init_presence</a:t>
            </a:r>
            <a:r>
              <a:rPr lang="en-US" b="0" dirty="0">
                <a:solidFill>
                  <a:srgbClr val="3B3B3B"/>
                </a:solidFill>
                <a:latin typeface="Menlo" panose="020B0609030804020204" pitchFamily="49" charset="0"/>
              </a:rPr>
              <a:t>(</a:t>
            </a:r>
            <a:r>
              <a:rPr lang="en-US" b="0" dirty="0">
                <a:solidFill>
                  <a:srgbClr val="0000FF"/>
                </a:solidFill>
                <a:latin typeface="Menlo" panose="020B0609030804020204" pitchFamily="49" charset="0"/>
              </a:rPr>
              <a:t>void</a:t>
            </a:r>
            <a:r>
              <a:rPr lang="en-US" b="0" dirty="0">
                <a:solidFill>
                  <a:srgbClr val="3B3B3B"/>
                </a:solidFill>
                <a:latin typeface="Menlo" panose="020B0609030804020204" pitchFamily="49" charset="0"/>
              </a:rPr>
              <a:t>);</a:t>
            </a:r>
            <a:endParaRPr lang="en-US" b="0" dirty="0">
              <a:solidFill>
                <a:srgbClr val="3B3B3B"/>
              </a:solidFill>
              <a:effectLst/>
              <a:latin typeface="Menlo" panose="020B0609030804020204" pitchFamily="49" charset="0"/>
            </a:endParaRPr>
          </a:p>
          <a:p>
            <a:pPr>
              <a:lnSpc>
                <a:spcPts val="2250"/>
              </a:lnSpc>
              <a:buNone/>
            </a:pPr>
            <a:r>
              <a:rPr lang="en-US" b="0" dirty="0">
                <a:solidFill>
                  <a:srgbClr val="0000FF"/>
                </a:solidFill>
                <a:effectLst/>
                <a:latin typeface="Menlo" panose="020B0609030804020204" pitchFamily="49" charset="0"/>
              </a:rPr>
              <a:t>bool</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Radar_Adapter_Process</a:t>
            </a:r>
            <a:r>
              <a:rPr lang="en-US" b="0" dirty="0">
                <a:solidFill>
                  <a:srgbClr val="3B3B3B"/>
                </a:solidFill>
                <a:effectLst/>
                <a:latin typeface="Menlo" panose="020B0609030804020204" pitchFamily="49" charset="0"/>
              </a:rPr>
              <a:t>(</a:t>
            </a:r>
            <a:r>
              <a:rPr lang="en-US" b="0" dirty="0" err="1">
                <a:solidFill>
                  <a:srgbClr val="267F99"/>
                </a:solidFill>
                <a:effectLst/>
                <a:latin typeface="Menlo" panose="020B0609030804020204" pitchFamily="49" charset="0"/>
              </a:rPr>
              <a:t>Radar_Mode_t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mode</a:t>
            </a:r>
            <a:r>
              <a:rPr lang="en-US" b="0" dirty="0">
                <a:solidFill>
                  <a:srgbClr val="3B3B3B"/>
                </a:solidFill>
                <a:effectLst/>
                <a:latin typeface="Menlo" panose="020B0609030804020204" pitchFamily="49" charset="0"/>
              </a:rPr>
              <a:t>);</a:t>
            </a:r>
          </a:p>
          <a:p>
            <a:pPr>
              <a:lnSpc>
                <a:spcPts val="2250"/>
              </a:lnSpc>
              <a:buNone/>
            </a:pPr>
            <a:r>
              <a:rPr lang="en-US" b="0" dirty="0">
                <a:solidFill>
                  <a:srgbClr val="0000FF"/>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Radar_Adapter_Stop</a:t>
            </a:r>
            <a:r>
              <a:rPr lang="en-US" b="0" dirty="0">
                <a:solidFill>
                  <a:srgbClr val="3B3B3B"/>
                </a:solidFill>
                <a:effectLst/>
                <a:latin typeface="Menlo" panose="020B0609030804020204" pitchFamily="49" charset="0"/>
              </a:rPr>
              <a:t>(</a:t>
            </a:r>
            <a:r>
              <a:rPr lang="en-US" b="0" dirty="0">
                <a:solidFill>
                  <a:srgbClr val="0000FF"/>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ts val="2250"/>
              </a:lnSpc>
            </a:pPr>
            <a:r>
              <a:rPr lang="en-US" b="0" dirty="0">
                <a:solidFill>
                  <a:srgbClr val="0000FF"/>
                </a:solidFill>
                <a:effectLst/>
                <a:latin typeface="Menlo" panose="020B0609030804020204" pitchFamily="49" charset="0"/>
              </a:rPr>
              <a:t>static</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bool</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do_sensor_calibration_and_prepare</a:t>
            </a:r>
            <a:r>
              <a:rPr lang="en-US" b="0" dirty="0">
                <a:solidFill>
                  <a:srgbClr val="3B3B3B"/>
                </a:solidFill>
                <a:latin typeface="Menlo" panose="020B0609030804020204" pitchFamily="49" charset="0"/>
              </a:rPr>
              <a:t>(</a:t>
            </a:r>
            <a:r>
              <a:rPr lang="en-US" b="0" dirty="0">
                <a:solidFill>
                  <a:srgbClr val="0000FF"/>
                </a:solidFill>
                <a:latin typeface="Menlo" panose="020B0609030804020204" pitchFamily="49" charset="0"/>
              </a:rPr>
              <a:t>…</a:t>
            </a:r>
            <a:r>
              <a:rPr lang="en-US" b="0" dirty="0">
                <a:solidFill>
                  <a:srgbClr val="3B3B3B"/>
                </a:solidFill>
                <a:latin typeface="Menlo" panose="020B0609030804020204" pitchFamily="49" charset="0"/>
              </a:rPr>
              <a:t>);</a:t>
            </a:r>
            <a:r>
              <a:rPr lang="en-US" b="0" dirty="0">
                <a:solidFill>
                  <a:srgbClr val="795E26"/>
                </a:solidFill>
                <a:latin typeface="Menlo" panose="020B0609030804020204" pitchFamily="49" charset="0"/>
              </a:rPr>
              <a:t> </a:t>
            </a:r>
            <a:endParaRPr lang="en-US" b="0" dirty="0">
              <a:solidFill>
                <a:srgbClr val="3B3B3B"/>
              </a:solidFill>
              <a:effectLst/>
              <a:latin typeface="Menlo" panose="020B0609030804020204" pitchFamily="49" charset="0"/>
            </a:endParaRPr>
          </a:p>
          <a:p>
            <a:pPr>
              <a:lnSpc>
                <a:spcPts val="2250"/>
              </a:lnSpc>
              <a:buNone/>
            </a:pPr>
            <a:endParaRPr lang="en-US" b="0" dirty="0">
              <a:solidFill>
                <a:srgbClr val="3B3B3B"/>
              </a:solidFill>
              <a:effectLst/>
              <a:latin typeface="Menlo" panose="020B0609030804020204" pitchFamily="49" charset="0"/>
            </a:endParaRPr>
          </a:p>
          <a:p>
            <a:pPr marL="514350" indent="-285750">
              <a:buFont typeface="Arial" panose="020B0604020202020204" pitchFamily="34" charset="0"/>
              <a:buChar char="•"/>
            </a:pPr>
            <a:endParaRPr lang="en-US" dirty="0"/>
          </a:p>
          <a:p>
            <a:pPr marL="5143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EADD677D-B973-5787-BBFC-BA5FDC44BD9A}"/>
              </a:ext>
            </a:extLst>
          </p:cNvPr>
          <p:cNvSpPr>
            <a:spLocks noGrp="1"/>
          </p:cNvSpPr>
          <p:nvPr>
            <p:ph type="sldNum" idx="12"/>
          </p:nvPr>
        </p:nvSpPr>
        <p:spPr/>
        <p:txBody>
          <a:bodyPr/>
          <a:lstStyle/>
          <a:p>
            <a:fld id="{00000000-1234-1234-1234-123412341234}" type="slidenum">
              <a:rPr lang="en-US" altLang="zh-CN"/>
              <a:t>16</a:t>
            </a:fld>
            <a:endParaRPr lang="en-US"/>
          </a:p>
        </p:txBody>
      </p:sp>
    </p:spTree>
    <p:extLst>
      <p:ext uri="{BB962C8B-B14F-4D97-AF65-F5344CB8AC3E}">
        <p14:creationId xmlns:p14="http://schemas.microsoft.com/office/powerpoint/2010/main" val="2405488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3662B7B4-3BF1-C419-2B76-79E0B0AE1BA6}"/>
            </a:ext>
          </a:extLst>
        </p:cNvPr>
        <p:cNvGrpSpPr/>
        <p:nvPr/>
      </p:nvGrpSpPr>
      <p:grpSpPr>
        <a:xfrm>
          <a:off x="0" y="0"/>
          <a:ext cx="0" cy="0"/>
          <a:chOff x="0" y="0"/>
          <a:chExt cx="0" cy="0"/>
        </a:xfrm>
      </p:grpSpPr>
      <p:sp>
        <p:nvSpPr>
          <p:cNvPr id="484" name="Google Shape;484;p82">
            <a:extLst>
              <a:ext uri="{FF2B5EF4-FFF2-40B4-BE49-F238E27FC236}">
                <a16:creationId xmlns:a16="http://schemas.microsoft.com/office/drawing/2014/main" id="{D330B6B5-916C-533C-33C8-84CD3969A58E}"/>
              </a:ext>
            </a:extLst>
          </p:cNvPr>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lvl="0">
              <a:lnSpc>
                <a:spcPct val="133333"/>
              </a:lnSpc>
              <a:spcBef>
                <a:spcPts val="500"/>
              </a:spcBef>
              <a:buClr>
                <a:schemeClr val="dk1"/>
              </a:buClr>
              <a:buSzPts val="1100"/>
            </a:pPr>
            <a:r>
              <a:rPr lang="zh-CN" sz="2700"/>
              <a:t>Part </a:t>
            </a:r>
            <a:r>
              <a:rPr lang="en-US" altLang="zh-CN" sz="2700"/>
              <a:t>4</a:t>
            </a:r>
            <a:r>
              <a:rPr lang="zh-CN" sz="2700"/>
              <a:t> </a:t>
            </a:r>
            <a:r>
              <a:rPr lang="zh-CN" altLang="en-US" sz="2800"/>
              <a:t>Algorithm</a:t>
            </a:r>
            <a:endParaRPr lang="en-US" sz="2700"/>
          </a:p>
        </p:txBody>
      </p:sp>
    </p:spTree>
    <p:extLst>
      <p:ext uri="{BB962C8B-B14F-4D97-AF65-F5344CB8AC3E}">
        <p14:creationId xmlns:p14="http://schemas.microsoft.com/office/powerpoint/2010/main" val="2037875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84"/>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ltLang="zh-CN" sz="2200"/>
              <a:t>Code</a:t>
            </a:r>
            <a:r>
              <a:rPr lang="zh-CN" altLang="en-US" sz="2200"/>
              <a:t> </a:t>
            </a:r>
            <a:r>
              <a:rPr lang="en-US" altLang="zh-CN" sz="2200"/>
              <a:t>Scope</a:t>
            </a:r>
            <a:r>
              <a:rPr lang="zh-CN" altLang="en-US" sz="2200"/>
              <a:t> </a:t>
            </a:r>
            <a:r>
              <a:rPr lang="en-US" altLang="zh-CN" sz="2200"/>
              <a:t>and M</a:t>
            </a:r>
            <a:r>
              <a:rPr lang="en-US" altLang="zh-CN" sz="2200" err="1"/>
              <a:t>odul</a:t>
            </a:r>
            <a:r>
              <a:rPr lang="en-US" altLang="zh-CN" sz="2200"/>
              <a:t>e</a:t>
            </a:r>
            <a:r>
              <a:rPr lang="zh-CN" altLang="en-US" sz="2200" b="0"/>
              <a:t> </a:t>
            </a:r>
            <a:r>
              <a:rPr lang="en-US" altLang="zh-CN" sz="2200"/>
              <a:t>Struct</a:t>
            </a:r>
            <a:r>
              <a:rPr lang="en-US" altLang="zh-CN" sz="2200" err="1"/>
              <a:t>ur</a:t>
            </a:r>
            <a:r>
              <a:rPr lang="en-US" altLang="zh-CN" sz="2200"/>
              <a:t>e</a:t>
            </a:r>
            <a:endParaRPr lang="zh-CN" altLang="en-US" sz="2200"/>
          </a:p>
        </p:txBody>
      </p:sp>
      <p:sp>
        <p:nvSpPr>
          <p:cNvPr id="496" name="Google Shape;496;p84"/>
          <p:cNvSpPr txBox="1">
            <a:spLocks noGrp="1"/>
          </p:cNvSpPr>
          <p:nvPr>
            <p:ph type="body" idx="1"/>
          </p:nvPr>
        </p:nvSpPr>
        <p:spPr>
          <a:xfrm>
            <a:off x="626270" y="3338465"/>
            <a:ext cx="7886700" cy="1342833"/>
          </a:xfrm>
          <a:prstGeom prst="rect">
            <a:avLst/>
          </a:prstGeom>
        </p:spPr>
        <p:txBody>
          <a:bodyPr spcFirstLastPara="1" wrap="square" lIns="0" tIns="0" rIns="0" bIns="0" anchor="t" anchorCtr="0">
            <a:noAutofit/>
          </a:bodyPr>
          <a:lstStyle/>
          <a:p>
            <a:r>
              <a:rPr lang="zh-CN" sz="1100"/>
              <a:t>Section Scope</a:t>
            </a:r>
          </a:p>
          <a:p>
            <a:pPr marL="285750" indent="-285750">
              <a:buChar char="•"/>
            </a:pPr>
            <a:r>
              <a:rPr lang="zh-CN" sz="1100" b="0"/>
              <a:t>This section focuses on embedded firmware and algorithm-level implementation.</a:t>
            </a:r>
            <a:endParaRPr lang="zh-CN" sz="1100"/>
          </a:p>
          <a:p>
            <a:pPr marL="285750" indent="-285750">
              <a:buChar char="•"/>
            </a:pPr>
            <a:r>
              <a:rPr lang="zh-CN" sz="1100" b="0"/>
              <a:t>The main implemented modules include radar data acquisition, target tracking, vital-sign processing, and output handling.</a:t>
            </a:r>
            <a:endParaRPr lang="zh-CN" sz="1100"/>
          </a:p>
          <a:p>
            <a:pPr marL="285750" indent="-285750">
              <a:buChar char="•"/>
            </a:pPr>
            <a:r>
              <a:rPr lang="zh-CN" sz="1100" b="0"/>
              <a:t>Hardware design, lens design, and mobile UI are covered in other sections.</a:t>
            </a:r>
            <a:endParaRPr lang="zh-CN" sz="1100"/>
          </a:p>
          <a:p>
            <a:pPr marL="285750" indent="-285750">
              <a:buChar char="•"/>
            </a:pPr>
            <a:r>
              <a:rPr lang="zh-CN" sz="1100" b="0"/>
              <a:t>Fall detection is included only as a designed state-machine prototype, not as a fully validated final function.</a:t>
            </a:r>
            <a:endParaRPr lang="zh-CN" sz="1100"/>
          </a:p>
          <a:p>
            <a:pPr marL="0" lvl="0" indent="0" algn="l">
              <a:spcBef>
                <a:spcPts val="500"/>
              </a:spcBef>
              <a:spcAft>
                <a:spcPts val="500"/>
              </a:spcAft>
              <a:buFont typeface="Arial"/>
              <a:buNone/>
            </a:pPr>
            <a:endParaRPr lang="zh-CN" altLang="en-US" sz="1100"/>
          </a:p>
        </p:txBody>
      </p:sp>
      <p:pic>
        <p:nvPicPr>
          <p:cNvPr id="4" name="图片 3" descr="图示">
            <a:extLst>
              <a:ext uri="{FF2B5EF4-FFF2-40B4-BE49-F238E27FC236}">
                <a16:creationId xmlns:a16="http://schemas.microsoft.com/office/drawing/2014/main" id="{A46A5C33-7AF8-D8FB-6DDD-6526592B3726}"/>
              </a:ext>
            </a:extLst>
          </p:cNvPr>
          <p:cNvPicPr>
            <a:picLocks noChangeAspect="1"/>
          </p:cNvPicPr>
          <p:nvPr/>
        </p:nvPicPr>
        <p:blipFill>
          <a:blip r:embed="rId3"/>
          <a:stretch>
            <a:fillRect/>
          </a:stretch>
        </p:blipFill>
        <p:spPr>
          <a:xfrm>
            <a:off x="670278" y="1288735"/>
            <a:ext cx="7803445" cy="1789922"/>
          </a:xfrm>
          <a:prstGeom prst="rect">
            <a:avLst/>
          </a:prstGeom>
        </p:spPr>
      </p:pic>
      <p:sp>
        <p:nvSpPr>
          <p:cNvPr id="2" name="Slide Number Placeholder 1">
            <a:extLst>
              <a:ext uri="{FF2B5EF4-FFF2-40B4-BE49-F238E27FC236}">
                <a16:creationId xmlns:a16="http://schemas.microsoft.com/office/drawing/2014/main" id="{FBD7E9E6-7344-9E71-11DE-F25FD44B2B61}"/>
              </a:ext>
            </a:extLst>
          </p:cNvPr>
          <p:cNvSpPr>
            <a:spLocks noGrp="1"/>
          </p:cNvSpPr>
          <p:nvPr>
            <p:ph type="sldNum" idx="12"/>
          </p:nvPr>
        </p:nvSpPr>
        <p:spPr/>
        <p:txBody>
          <a:bodyPr/>
          <a:lstStyle/>
          <a:p>
            <a:fld id="{00000000-1234-1234-1234-123412341234}" type="slidenum">
              <a:rPr lang="en-US" altLang="zh-CN"/>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85"/>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ltLang="zh-CN" sz="2200"/>
              <a:t>M</a:t>
            </a:r>
            <a:r>
              <a:rPr lang="zh-CN" sz="2200"/>
              <a:t>ain </a:t>
            </a:r>
            <a:r>
              <a:rPr lang="en-US" altLang="zh-CN" sz="2200"/>
              <a:t>Loop</a:t>
            </a:r>
            <a:r>
              <a:rPr lang="zh-CN" sz="2200"/>
              <a:t> and </a:t>
            </a:r>
            <a:r>
              <a:rPr lang="en-US" altLang="zh-CN" sz="2200"/>
              <a:t>Rea</a:t>
            </a:r>
            <a:r>
              <a:rPr lang="zh-CN" sz="2200"/>
              <a:t>l</a:t>
            </a:r>
            <a:r>
              <a:rPr lang="en-US" altLang="zh-CN" sz="2200"/>
              <a:t>-</a:t>
            </a:r>
            <a:r>
              <a:rPr lang="en-US" altLang="zh-CN" sz="2200" err="1"/>
              <a:t>ti</a:t>
            </a:r>
            <a:r>
              <a:rPr lang="zh-CN" sz="2200"/>
              <a:t>me </a:t>
            </a:r>
            <a:r>
              <a:rPr lang="en-US" altLang="zh-CN" sz="2200" err="1"/>
              <a:t>Execu</a:t>
            </a:r>
            <a:r>
              <a:rPr lang="zh-CN" sz="2200"/>
              <a:t>tion</a:t>
            </a:r>
            <a:endParaRPr lang="zh-CN"/>
          </a:p>
        </p:txBody>
      </p:sp>
      <p:pic>
        <p:nvPicPr>
          <p:cNvPr id="2" name="图片 1" descr="文本&#10;&#10;AI 生成的内容可能不正确。">
            <a:extLst>
              <a:ext uri="{FF2B5EF4-FFF2-40B4-BE49-F238E27FC236}">
                <a16:creationId xmlns:a16="http://schemas.microsoft.com/office/drawing/2014/main" id="{79606F23-F0FC-481D-1F0F-925C10002784}"/>
              </a:ext>
            </a:extLst>
          </p:cNvPr>
          <p:cNvPicPr>
            <a:picLocks noChangeAspect="1"/>
          </p:cNvPicPr>
          <p:nvPr/>
        </p:nvPicPr>
        <p:blipFill>
          <a:blip r:embed="rId3"/>
          <a:stretch>
            <a:fillRect/>
          </a:stretch>
        </p:blipFill>
        <p:spPr>
          <a:xfrm>
            <a:off x="630142" y="1111786"/>
            <a:ext cx="4144867" cy="2086778"/>
          </a:xfrm>
          <a:prstGeom prst="rect">
            <a:avLst/>
          </a:prstGeom>
        </p:spPr>
      </p:pic>
      <p:sp>
        <p:nvSpPr>
          <p:cNvPr id="4" name="文本占位符 3">
            <a:extLst>
              <a:ext uri="{FF2B5EF4-FFF2-40B4-BE49-F238E27FC236}">
                <a16:creationId xmlns:a16="http://schemas.microsoft.com/office/drawing/2014/main" id="{0276C093-CBAF-D472-4309-C636377457CD}"/>
              </a:ext>
            </a:extLst>
          </p:cNvPr>
          <p:cNvSpPr>
            <a:spLocks noGrp="1"/>
          </p:cNvSpPr>
          <p:nvPr>
            <p:ph type="body" idx="1"/>
          </p:nvPr>
        </p:nvSpPr>
        <p:spPr>
          <a:xfrm>
            <a:off x="628650" y="3282870"/>
            <a:ext cx="4746893" cy="1349719"/>
          </a:xfrm>
        </p:spPr>
        <p:txBody>
          <a:bodyPr/>
          <a:lstStyle/>
          <a:p>
            <a:r>
              <a:rPr lang="zh-CN" sz="1200"/>
              <a:t>Main Loop Design</a:t>
            </a:r>
          </a:p>
          <a:p>
            <a:pPr marL="285750" indent="-285750">
              <a:buChar char="•"/>
            </a:pPr>
            <a:r>
              <a:rPr lang="zh-CN" sz="1200" b="0"/>
              <a:t>Initialize radar detector once at start-up</a:t>
            </a:r>
            <a:endParaRPr lang="zh-CN" sz="1200"/>
          </a:p>
          <a:p>
            <a:pPr marL="285750" indent="-285750">
              <a:buChar char="•"/>
            </a:pPr>
            <a:r>
              <a:rPr lang="zh-CN" sz="1200" b="0"/>
              <a:t>Process one radar frame per loop iteration</a:t>
            </a:r>
            <a:endParaRPr lang="zh-CN" sz="1200"/>
          </a:p>
          <a:p>
            <a:pPr marL="285750" indent="-285750">
              <a:buChar char="•"/>
            </a:pPr>
            <a:r>
              <a:rPr lang="zh-CN" sz="1200" b="0"/>
              <a:t>Run BLE / WPAN task processing in the same loop</a:t>
            </a:r>
            <a:endParaRPr lang="zh-CN" sz="1200"/>
          </a:p>
          <a:p>
            <a:pPr marL="285750" indent="-285750">
              <a:buChar char="•"/>
            </a:pPr>
            <a:r>
              <a:rPr lang="zh-CN" sz="1200" b="0"/>
              <a:t>Avoids a blocking radar-only execution flow</a:t>
            </a:r>
            <a:endParaRPr lang="zh-CN" sz="1600"/>
          </a:p>
          <a:p>
            <a:endParaRPr lang="zh-CN" altLang="en-US" dirty="0"/>
          </a:p>
        </p:txBody>
      </p:sp>
      <p:pic>
        <p:nvPicPr>
          <p:cNvPr id="5" name="图片 4" descr="图示&#10;&#10;AI 生成的内容可能不正确。">
            <a:extLst>
              <a:ext uri="{FF2B5EF4-FFF2-40B4-BE49-F238E27FC236}">
                <a16:creationId xmlns:a16="http://schemas.microsoft.com/office/drawing/2014/main" id="{4EFB34C1-8BDF-A6F0-948D-032FBCB8CBE6}"/>
              </a:ext>
            </a:extLst>
          </p:cNvPr>
          <p:cNvPicPr>
            <a:picLocks noChangeAspect="1"/>
          </p:cNvPicPr>
          <p:nvPr/>
        </p:nvPicPr>
        <p:blipFill>
          <a:blip r:embed="rId4"/>
          <a:stretch>
            <a:fillRect/>
          </a:stretch>
        </p:blipFill>
        <p:spPr>
          <a:xfrm>
            <a:off x="5500257" y="771180"/>
            <a:ext cx="2446952" cy="4028043"/>
          </a:xfrm>
          <a:prstGeom prst="rect">
            <a:avLst/>
          </a:prstGeom>
        </p:spPr>
      </p:pic>
      <p:sp>
        <p:nvSpPr>
          <p:cNvPr id="3" name="Slide Number Placeholder 2">
            <a:extLst>
              <a:ext uri="{FF2B5EF4-FFF2-40B4-BE49-F238E27FC236}">
                <a16:creationId xmlns:a16="http://schemas.microsoft.com/office/drawing/2014/main" id="{5FBCB5DE-B76D-1DB0-5E2D-86EDB0C7DF01}"/>
              </a:ext>
            </a:extLst>
          </p:cNvPr>
          <p:cNvSpPr>
            <a:spLocks noGrp="1"/>
          </p:cNvSpPr>
          <p:nvPr>
            <p:ph type="sldNum" idx="12"/>
          </p:nvPr>
        </p:nvSpPr>
        <p:spPr/>
        <p:txBody>
          <a:bodyPr/>
          <a:lstStyle/>
          <a:p>
            <a:fld id="{00000000-1234-1234-1234-123412341234}" type="slidenum">
              <a:rPr lang="en-US" altLang="zh-CN"/>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1A126-1161-39C5-89D6-095DCCFE85CD}"/>
              </a:ext>
            </a:extLst>
          </p:cNvPr>
          <p:cNvSpPr>
            <a:spLocks noGrp="1"/>
          </p:cNvSpPr>
          <p:nvPr>
            <p:ph type="title"/>
          </p:nvPr>
        </p:nvSpPr>
        <p:spPr/>
        <p:txBody>
          <a:bodyPr/>
          <a:lstStyle/>
          <a:p>
            <a:r>
              <a:rPr lang="zh-CN"/>
              <a:t>Radar SDK Wrapper</a:t>
            </a:r>
          </a:p>
        </p:txBody>
      </p:sp>
      <p:sp>
        <p:nvSpPr>
          <p:cNvPr id="3" name="文本占位符 2">
            <a:extLst>
              <a:ext uri="{FF2B5EF4-FFF2-40B4-BE49-F238E27FC236}">
                <a16:creationId xmlns:a16="http://schemas.microsoft.com/office/drawing/2014/main" id="{B0D77B4F-EEE4-3B1A-F34F-0F81FB98B0B3}"/>
              </a:ext>
            </a:extLst>
          </p:cNvPr>
          <p:cNvSpPr>
            <a:spLocks noGrp="1"/>
          </p:cNvSpPr>
          <p:nvPr>
            <p:ph type="body" idx="1"/>
          </p:nvPr>
        </p:nvSpPr>
        <p:spPr>
          <a:xfrm>
            <a:off x="4574066" y="1292950"/>
            <a:ext cx="3941285" cy="2258610"/>
          </a:xfrm>
        </p:spPr>
        <p:txBody>
          <a:bodyPr/>
          <a:lstStyle/>
          <a:p>
            <a:r>
              <a:rPr lang="zh-CN" sz="1000"/>
              <a:t>Key Functions</a:t>
            </a:r>
            <a:endParaRPr lang="zh-CN" sz="1000" dirty="0"/>
          </a:p>
          <a:p>
            <a:r>
              <a:rPr lang="zh-CN" sz="1000"/>
              <a:t>Radar_Sensor_PreInit() </a:t>
            </a:r>
            <a:endParaRPr lang="zh-CN" altLang="en-US" sz="1000"/>
          </a:p>
          <a:p>
            <a:r>
              <a:rPr lang="zh-CN" sz="1000"/>
              <a:t>registers HAL and creates detector </a:t>
            </a:r>
            <a:r>
              <a:rPr lang="zh-CN" sz="1000" dirty="0"/>
              <a:t>resources</a:t>
            </a:r>
            <a:endParaRPr lang="zh-CN"/>
          </a:p>
          <a:p>
            <a:r>
              <a:rPr lang="zh-CN" sz="1000" dirty="0"/>
              <a:t>Radar_Sensor_Start() </a:t>
            </a:r>
          </a:p>
          <a:p>
            <a:r>
              <a:rPr lang="zh-CN" sz="1000"/>
              <a:t>powers on A121 and runs </a:t>
            </a:r>
            <a:r>
              <a:rPr lang="zh-CN" sz="1000" dirty="0"/>
              <a:t>calibration</a:t>
            </a:r>
            <a:endParaRPr lang="zh-CN"/>
          </a:p>
          <a:p>
            <a:r>
              <a:rPr lang="zh-CN" sz="1000" dirty="0"/>
              <a:t>Radar_Sensor_Get_Next_Results() </a:t>
            </a:r>
          </a:p>
          <a:p>
            <a:r>
              <a:rPr lang="zh-CN" sz="1000"/>
              <a:t>measures one frame </a:t>
            </a:r>
            <a:r>
              <a:rPr lang="zh-CN" sz="1000" dirty="0"/>
              <a:t>and returns distance results</a:t>
            </a:r>
            <a:endParaRPr lang="zh-CN"/>
          </a:p>
          <a:p>
            <a:r>
              <a:rPr lang="zh-CN" sz="1000"/>
              <a:t>Radar_Sensor_UpdateParam()</a:t>
            </a:r>
          </a:p>
          <a:p>
            <a:r>
              <a:rPr lang="zh-CN" sz="1000"/>
              <a:t>updates radar configuration </a:t>
            </a:r>
            <a:r>
              <a:rPr lang="zh-CN" sz="1000" dirty="0"/>
              <a:t>parameters</a:t>
            </a:r>
            <a:endParaRPr lang="zh-CN"/>
          </a:p>
          <a:p>
            <a:r>
              <a:rPr lang="zh-CN" sz="1000"/>
              <a:t>Radar_Sensor_Stop()</a:t>
            </a:r>
          </a:p>
          <a:p>
            <a:r>
              <a:rPr lang="zh-CN" sz="1000"/>
              <a:t>disables the sensor and stops </a:t>
            </a:r>
            <a:r>
              <a:rPr lang="zh-CN" sz="1000" dirty="0"/>
              <a:t>measurement</a:t>
            </a:r>
            <a:endParaRPr lang="zh-CN"/>
          </a:p>
          <a:p>
            <a:endParaRPr lang="zh-CN" altLang="en-US" dirty="0"/>
          </a:p>
        </p:txBody>
      </p:sp>
      <p:pic>
        <p:nvPicPr>
          <p:cNvPr id="4" name="图片 3" descr="图示&#10;&#10;AI 生成的内容可能不正确。">
            <a:extLst>
              <a:ext uri="{FF2B5EF4-FFF2-40B4-BE49-F238E27FC236}">
                <a16:creationId xmlns:a16="http://schemas.microsoft.com/office/drawing/2014/main" id="{D6226126-7D29-A79D-784D-1F9B4CEC832A}"/>
              </a:ext>
            </a:extLst>
          </p:cNvPr>
          <p:cNvPicPr>
            <a:picLocks noChangeAspect="1"/>
          </p:cNvPicPr>
          <p:nvPr/>
        </p:nvPicPr>
        <p:blipFill>
          <a:blip r:embed="rId2"/>
          <a:stretch>
            <a:fillRect/>
          </a:stretch>
        </p:blipFill>
        <p:spPr>
          <a:xfrm>
            <a:off x="626070" y="1266940"/>
            <a:ext cx="3732993" cy="3731964"/>
          </a:xfrm>
          <a:prstGeom prst="rect">
            <a:avLst/>
          </a:prstGeom>
        </p:spPr>
      </p:pic>
      <p:sp>
        <p:nvSpPr>
          <p:cNvPr id="5" name="文本框 4">
            <a:extLst>
              <a:ext uri="{FF2B5EF4-FFF2-40B4-BE49-F238E27FC236}">
                <a16:creationId xmlns:a16="http://schemas.microsoft.com/office/drawing/2014/main" id="{459E5953-6B48-5E36-C935-D625E99B7C55}"/>
              </a:ext>
            </a:extLst>
          </p:cNvPr>
          <p:cNvSpPr txBox="1"/>
          <p:nvPr/>
        </p:nvSpPr>
        <p:spPr>
          <a:xfrm>
            <a:off x="4720039" y="3550765"/>
            <a:ext cx="39929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sz="1000" b="1"/>
              <a:t>Radar SDK Wrapper</a:t>
            </a:r>
            <a:endParaRPr lang="zh-CN" sz="1000"/>
          </a:p>
          <a:p>
            <a:pPr marL="285750" indent="-285750">
              <a:buChar char="•"/>
            </a:pPr>
            <a:r>
              <a:rPr lang="zh-CN" sz="1000"/>
              <a:t>Wraps Acconeer A121 distance detector into reusable firmware functions</a:t>
            </a:r>
          </a:p>
          <a:p>
            <a:pPr marL="285750" indent="-285750">
              <a:buChar char="•"/>
            </a:pPr>
            <a:r>
              <a:rPr lang="zh-CN" sz="1000"/>
              <a:t>Handles HAL registration, sensor configuration, calibration, and measurement</a:t>
            </a:r>
          </a:p>
          <a:p>
            <a:pPr marL="285750" indent="-285750">
              <a:buChar char="•"/>
            </a:pPr>
            <a:r>
              <a:rPr lang="zh-CN" sz="1000"/>
              <a:t>Separates low-level SDK calls from application-level processing</a:t>
            </a:r>
          </a:p>
          <a:p>
            <a:pPr marL="285750" indent="-285750">
              <a:buChar char="•"/>
            </a:pPr>
            <a:r>
              <a:rPr lang="zh-CN" sz="1000"/>
              <a:t>Provides stable distance and signal-strength outputs for later modules</a:t>
            </a:r>
          </a:p>
        </p:txBody>
      </p:sp>
      <p:sp>
        <p:nvSpPr>
          <p:cNvPr id="6" name="Slide Number Placeholder 5">
            <a:extLst>
              <a:ext uri="{FF2B5EF4-FFF2-40B4-BE49-F238E27FC236}">
                <a16:creationId xmlns:a16="http://schemas.microsoft.com/office/drawing/2014/main" id="{081FD1C1-D9D8-2DD2-AD76-0FFB9D6F912B}"/>
              </a:ext>
            </a:extLst>
          </p:cNvPr>
          <p:cNvSpPr>
            <a:spLocks noGrp="1"/>
          </p:cNvSpPr>
          <p:nvPr>
            <p:ph type="sldNum" idx="12"/>
          </p:nvPr>
        </p:nvSpPr>
        <p:spPr/>
        <p:txBody>
          <a:bodyPr/>
          <a:lstStyle/>
          <a:p>
            <a:fld id="{00000000-1234-1234-1234-123412341234}" type="slidenum">
              <a:rPr lang="en-US" altLang="zh-CN"/>
              <a:t>20</a:t>
            </a:fld>
            <a:endParaRPr lang="en-US"/>
          </a:p>
        </p:txBody>
      </p:sp>
    </p:spTree>
    <p:extLst>
      <p:ext uri="{BB962C8B-B14F-4D97-AF65-F5344CB8AC3E}">
        <p14:creationId xmlns:p14="http://schemas.microsoft.com/office/powerpoint/2010/main" val="2383081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5BEACD-5A22-2E61-9EEE-E2E92415EEAF}"/>
              </a:ext>
            </a:extLst>
          </p:cNvPr>
          <p:cNvSpPr>
            <a:spLocks noGrp="1"/>
          </p:cNvSpPr>
          <p:nvPr>
            <p:ph type="title"/>
          </p:nvPr>
        </p:nvSpPr>
        <p:spPr>
          <a:xfrm>
            <a:off x="628650" y="115477"/>
            <a:ext cx="7886700" cy="994200"/>
          </a:xfrm>
        </p:spPr>
        <p:txBody>
          <a:bodyPr/>
          <a:lstStyle/>
          <a:p>
            <a:r>
              <a:rPr lang="zh-CN"/>
              <a:t>Target Tracking Filter</a:t>
            </a:r>
          </a:p>
        </p:txBody>
      </p:sp>
      <p:sp>
        <p:nvSpPr>
          <p:cNvPr id="3" name="文本占位符 2">
            <a:extLst>
              <a:ext uri="{FF2B5EF4-FFF2-40B4-BE49-F238E27FC236}">
                <a16:creationId xmlns:a16="http://schemas.microsoft.com/office/drawing/2014/main" id="{C0BFEF83-B51D-FAA6-7965-C03DF12B81DE}"/>
              </a:ext>
            </a:extLst>
          </p:cNvPr>
          <p:cNvSpPr>
            <a:spLocks noGrp="1"/>
          </p:cNvSpPr>
          <p:nvPr>
            <p:ph type="body" idx="1"/>
          </p:nvPr>
        </p:nvSpPr>
        <p:spPr>
          <a:xfrm>
            <a:off x="628650" y="1416889"/>
            <a:ext cx="4650496" cy="1521857"/>
          </a:xfrm>
        </p:spPr>
        <p:txBody>
          <a:bodyPr/>
          <a:lstStyle/>
          <a:p>
            <a:r>
              <a:rPr lang="zh-CN" sz="1200"/>
              <a:t>Tracking Logic</a:t>
            </a:r>
          </a:p>
          <a:p>
            <a:pPr marL="285750" indent="-285750">
              <a:buChar char="•"/>
            </a:pPr>
            <a:r>
              <a:rPr lang="zh-CN" sz="1200" b="0"/>
              <a:t>Filter raw distance results by valid range and signal strength</a:t>
            </a:r>
            <a:endParaRPr lang="zh-CN" sz="1200"/>
          </a:p>
          <a:p>
            <a:pPr marL="285750" indent="-285750">
              <a:buChar char="•"/>
            </a:pPr>
            <a:r>
              <a:rPr lang="zh-CN" sz="1200" b="0"/>
              <a:t>Select the closest valid target as the main subject</a:t>
            </a:r>
            <a:endParaRPr lang="zh-CN" sz="1200"/>
          </a:p>
          <a:p>
            <a:pPr marL="285750" indent="-285750">
              <a:buChar char="•"/>
            </a:pPr>
            <a:r>
              <a:rPr lang="zh-CN" sz="1200" b="0"/>
              <a:t>Lock the target and search within a tracking gate</a:t>
            </a:r>
            <a:endParaRPr lang="zh-CN" sz="1200"/>
          </a:p>
          <a:p>
            <a:pPr marL="285750" indent="-285750">
              <a:buChar char="•"/>
            </a:pPr>
            <a:r>
              <a:rPr lang="zh-CN" sz="1200" b="0"/>
              <a:t>Smooth the distance output using an update factor</a:t>
            </a:r>
            <a:endParaRPr lang="zh-CN" sz="1200"/>
          </a:p>
          <a:p>
            <a:pPr marL="285750" indent="-285750">
              <a:buChar char="•"/>
            </a:pPr>
            <a:r>
              <a:rPr lang="zh-CN" sz="1200" b="0"/>
              <a:t>Release the lock if the target is lost for several frames</a:t>
            </a:r>
            <a:endParaRPr lang="zh-CN" sz="1600"/>
          </a:p>
        </p:txBody>
      </p:sp>
      <p:pic>
        <p:nvPicPr>
          <p:cNvPr id="4" name="图片 3" descr="图示&#10;&#10;AI 生成的内容可能不正确。">
            <a:extLst>
              <a:ext uri="{FF2B5EF4-FFF2-40B4-BE49-F238E27FC236}">
                <a16:creationId xmlns:a16="http://schemas.microsoft.com/office/drawing/2014/main" id="{C45B8362-340E-1283-FCD5-25DD974FE024}"/>
              </a:ext>
            </a:extLst>
          </p:cNvPr>
          <p:cNvPicPr>
            <a:picLocks noChangeAspect="1"/>
          </p:cNvPicPr>
          <p:nvPr/>
        </p:nvPicPr>
        <p:blipFill>
          <a:blip r:embed="rId2"/>
          <a:stretch>
            <a:fillRect/>
          </a:stretch>
        </p:blipFill>
        <p:spPr>
          <a:xfrm>
            <a:off x="4933949" y="0"/>
            <a:ext cx="2753301" cy="5143500"/>
          </a:xfrm>
          <a:prstGeom prst="rect">
            <a:avLst/>
          </a:prstGeom>
        </p:spPr>
      </p:pic>
      <p:sp>
        <p:nvSpPr>
          <p:cNvPr id="5" name="文本框 4">
            <a:extLst>
              <a:ext uri="{FF2B5EF4-FFF2-40B4-BE49-F238E27FC236}">
                <a16:creationId xmlns:a16="http://schemas.microsoft.com/office/drawing/2014/main" id="{DBCCB525-AF9A-0017-5CE3-A0913D8AD5BD}"/>
              </a:ext>
            </a:extLst>
          </p:cNvPr>
          <p:cNvSpPr txBox="1"/>
          <p:nvPr/>
        </p:nvSpPr>
        <p:spPr>
          <a:xfrm>
            <a:off x="706855" y="3083092"/>
            <a:ext cx="4587039"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200" b="1">
                <a:solidFill>
                  <a:schemeClr val="lt2"/>
                </a:solidFill>
              </a:rPr>
              <a:t>Key Parameters</a:t>
            </a:r>
            <a:r>
              <a:rPr lang="zh-CN" altLang="en-US"/>
              <a:t>：</a:t>
            </a:r>
            <a:endParaRPr lang="zh-CN"/>
          </a:p>
          <a:p>
            <a:r>
              <a:rPr lang="zh-CN"/>
              <a:t>track_min_dist</a:t>
            </a:r>
          </a:p>
          <a:p>
            <a:r>
              <a:rPr lang="zh-CN"/>
              <a:t>track_max_dist</a:t>
            </a:r>
          </a:p>
          <a:p>
            <a:r>
              <a:rPr lang="zh-CN"/>
              <a:t>track_strength_thr</a:t>
            </a:r>
          </a:p>
          <a:p>
            <a:r>
              <a:rPr lang="zh-CN"/>
              <a:t>track_gate</a:t>
            </a:r>
          </a:p>
          <a:p>
            <a:r>
              <a:rPr lang="zh-CN"/>
              <a:t>track_alpha</a:t>
            </a:r>
          </a:p>
          <a:p>
            <a:pPr algn="l"/>
            <a:r>
              <a:rPr lang="zh-CN"/>
              <a:t>track_max_lost_frames</a:t>
            </a:r>
          </a:p>
        </p:txBody>
      </p:sp>
      <p:sp>
        <p:nvSpPr>
          <p:cNvPr id="6" name="Slide Number Placeholder 5">
            <a:extLst>
              <a:ext uri="{FF2B5EF4-FFF2-40B4-BE49-F238E27FC236}">
                <a16:creationId xmlns:a16="http://schemas.microsoft.com/office/drawing/2014/main" id="{DF95D51F-EE50-2B65-7FF3-41C582717E98}"/>
              </a:ext>
            </a:extLst>
          </p:cNvPr>
          <p:cNvSpPr>
            <a:spLocks noGrp="1"/>
          </p:cNvSpPr>
          <p:nvPr>
            <p:ph type="sldNum" idx="12"/>
          </p:nvPr>
        </p:nvSpPr>
        <p:spPr/>
        <p:txBody>
          <a:bodyPr/>
          <a:lstStyle/>
          <a:p>
            <a:fld id="{00000000-1234-1234-1234-123412341234}" type="slidenum">
              <a:rPr lang="en-US" altLang="zh-CN"/>
              <a:t>21</a:t>
            </a:fld>
            <a:endParaRPr lang="en-US"/>
          </a:p>
        </p:txBody>
      </p:sp>
    </p:spTree>
    <p:extLst>
      <p:ext uri="{BB962C8B-B14F-4D97-AF65-F5344CB8AC3E}">
        <p14:creationId xmlns:p14="http://schemas.microsoft.com/office/powerpoint/2010/main" val="1427839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BD5AAB-EE50-FCED-91CB-6B93AFD6335C}"/>
              </a:ext>
            </a:extLst>
          </p:cNvPr>
          <p:cNvSpPr>
            <a:spLocks noGrp="1"/>
          </p:cNvSpPr>
          <p:nvPr>
            <p:ph type="title"/>
          </p:nvPr>
        </p:nvSpPr>
        <p:spPr/>
        <p:txBody>
          <a:bodyPr/>
          <a:lstStyle/>
          <a:p>
            <a:r>
              <a:rPr lang="zh-CN"/>
              <a:t>Vital Signs Processing Pipeline</a:t>
            </a:r>
          </a:p>
        </p:txBody>
      </p:sp>
      <p:sp>
        <p:nvSpPr>
          <p:cNvPr id="3" name="文本占位符 2">
            <a:extLst>
              <a:ext uri="{FF2B5EF4-FFF2-40B4-BE49-F238E27FC236}">
                <a16:creationId xmlns:a16="http://schemas.microsoft.com/office/drawing/2014/main" id="{BAA27B82-1673-81EB-79F0-744A8096FDDD}"/>
              </a:ext>
            </a:extLst>
          </p:cNvPr>
          <p:cNvSpPr>
            <a:spLocks noGrp="1"/>
          </p:cNvSpPr>
          <p:nvPr>
            <p:ph type="body" idx="1"/>
          </p:nvPr>
        </p:nvSpPr>
        <p:spPr>
          <a:xfrm>
            <a:off x="628650" y="1416889"/>
            <a:ext cx="5015429" cy="1501201"/>
          </a:xfrm>
        </p:spPr>
        <p:txBody>
          <a:bodyPr/>
          <a:lstStyle/>
          <a:p>
            <a:r>
              <a:rPr lang="zh-CN" sz="1200"/>
              <a:t>Processing Logic</a:t>
            </a:r>
          </a:p>
          <a:p>
            <a:pPr marL="285750" indent="-285750">
              <a:buChar char="•"/>
            </a:pPr>
            <a:r>
              <a:rPr lang="zh-CN" sz="1200" b="0"/>
              <a:t>Uses unwrapped phase from the locked range bin as input</a:t>
            </a:r>
            <a:endParaRPr lang="zh-CN" sz="1200"/>
          </a:p>
          <a:p>
            <a:pPr marL="285750" indent="-285750">
              <a:buChar char="•"/>
            </a:pPr>
            <a:r>
              <a:rPr lang="zh-CN" sz="1200" b="0"/>
              <a:t>Applies high-pass filtering to remove slow drift</a:t>
            </a:r>
            <a:endParaRPr lang="zh-CN" sz="1200"/>
          </a:p>
          <a:p>
            <a:pPr marL="285750" indent="-285750">
              <a:buChar char="•"/>
            </a:pPr>
            <a:r>
              <a:rPr lang="zh-CN" sz="1200" b="0"/>
              <a:t>Separates respiration and heartbeat into different frequency bands</a:t>
            </a:r>
            <a:endParaRPr lang="zh-CN" sz="1200"/>
          </a:p>
          <a:p>
            <a:pPr marL="285750" indent="-285750">
              <a:buChar char="•"/>
            </a:pPr>
            <a:r>
              <a:rPr lang="zh-CN" sz="1200" b="0"/>
              <a:t>Uses LMS adaptive cancellation to reduce breathing interference</a:t>
            </a:r>
            <a:endParaRPr lang="zh-CN" sz="1200"/>
          </a:p>
          <a:p>
            <a:pPr marL="285750" indent="-285750">
              <a:buChar char="•"/>
            </a:pPr>
            <a:r>
              <a:rPr lang="zh-CN" sz="1200" b="0"/>
              <a:t>Stores filtered samples for later FFT-based BPM estimation</a:t>
            </a:r>
            <a:endParaRPr lang="zh-CN" sz="1200"/>
          </a:p>
        </p:txBody>
      </p:sp>
      <p:pic>
        <p:nvPicPr>
          <p:cNvPr id="4" name="图片 3" descr="图示&#10;&#10;AI 生成的内容可能不正确。">
            <a:extLst>
              <a:ext uri="{FF2B5EF4-FFF2-40B4-BE49-F238E27FC236}">
                <a16:creationId xmlns:a16="http://schemas.microsoft.com/office/drawing/2014/main" id="{0141B4C6-EB93-095B-E6F8-21C027EF6783}"/>
              </a:ext>
            </a:extLst>
          </p:cNvPr>
          <p:cNvPicPr>
            <a:picLocks noChangeAspect="1"/>
          </p:cNvPicPr>
          <p:nvPr/>
        </p:nvPicPr>
        <p:blipFill>
          <a:blip r:embed="rId2"/>
          <a:srcRect l="17422" r="132"/>
          <a:stretch>
            <a:fillRect/>
          </a:stretch>
        </p:blipFill>
        <p:spPr>
          <a:xfrm>
            <a:off x="5727491" y="0"/>
            <a:ext cx="2375013" cy="5143500"/>
          </a:xfrm>
          <a:prstGeom prst="rect">
            <a:avLst/>
          </a:prstGeom>
        </p:spPr>
      </p:pic>
      <p:sp>
        <p:nvSpPr>
          <p:cNvPr id="5" name="Slide Number Placeholder 4">
            <a:extLst>
              <a:ext uri="{FF2B5EF4-FFF2-40B4-BE49-F238E27FC236}">
                <a16:creationId xmlns:a16="http://schemas.microsoft.com/office/drawing/2014/main" id="{1B47BE29-2264-BD29-5D4A-9FE46393D42B}"/>
              </a:ext>
            </a:extLst>
          </p:cNvPr>
          <p:cNvSpPr>
            <a:spLocks noGrp="1"/>
          </p:cNvSpPr>
          <p:nvPr>
            <p:ph type="sldNum" idx="12"/>
          </p:nvPr>
        </p:nvSpPr>
        <p:spPr/>
        <p:txBody>
          <a:bodyPr/>
          <a:lstStyle/>
          <a:p>
            <a:fld id="{00000000-1234-1234-1234-123412341234}" type="slidenum">
              <a:rPr lang="en-US" altLang="zh-CN"/>
              <a:t>22</a:t>
            </a:fld>
            <a:endParaRPr lang="en-US"/>
          </a:p>
        </p:txBody>
      </p:sp>
    </p:spTree>
    <p:extLst>
      <p:ext uri="{BB962C8B-B14F-4D97-AF65-F5344CB8AC3E}">
        <p14:creationId xmlns:p14="http://schemas.microsoft.com/office/powerpoint/2010/main" val="3024894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15FDC-A5E0-0C12-D857-A62069E18B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D9FC35-E456-8141-0BBD-7B268BEABD90}"/>
              </a:ext>
            </a:extLst>
          </p:cNvPr>
          <p:cNvSpPr>
            <a:spLocks noGrp="1"/>
          </p:cNvSpPr>
          <p:nvPr>
            <p:ph type="title"/>
          </p:nvPr>
        </p:nvSpPr>
        <p:spPr/>
        <p:txBody>
          <a:bodyPr/>
          <a:lstStyle/>
          <a:p>
            <a:r>
              <a:rPr lang="zh-CN"/>
              <a:t>Vital Signs Processing Pipeline</a:t>
            </a:r>
          </a:p>
        </p:txBody>
      </p:sp>
      <p:pic>
        <p:nvPicPr>
          <p:cNvPr id="5" name="图片 4" descr="文本&#10;&#10;AI 生成的内容可能不正确。">
            <a:extLst>
              <a:ext uri="{FF2B5EF4-FFF2-40B4-BE49-F238E27FC236}">
                <a16:creationId xmlns:a16="http://schemas.microsoft.com/office/drawing/2014/main" id="{DADB623E-3A9D-F41C-6E15-5AE73AD5B4AF}"/>
              </a:ext>
            </a:extLst>
          </p:cNvPr>
          <p:cNvPicPr>
            <a:picLocks noChangeAspect="1"/>
          </p:cNvPicPr>
          <p:nvPr/>
        </p:nvPicPr>
        <p:blipFill>
          <a:blip r:embed="rId2"/>
          <a:stretch>
            <a:fillRect/>
          </a:stretch>
        </p:blipFill>
        <p:spPr>
          <a:xfrm>
            <a:off x="4046691" y="1414463"/>
            <a:ext cx="4872095" cy="3161497"/>
          </a:xfrm>
          <a:prstGeom prst="rect">
            <a:avLst/>
          </a:prstGeom>
        </p:spPr>
      </p:pic>
      <p:sp>
        <p:nvSpPr>
          <p:cNvPr id="7" name="文本占位符 6">
            <a:extLst>
              <a:ext uri="{FF2B5EF4-FFF2-40B4-BE49-F238E27FC236}">
                <a16:creationId xmlns:a16="http://schemas.microsoft.com/office/drawing/2014/main" id="{13811728-EED5-0F4E-463B-C48363964D22}"/>
              </a:ext>
            </a:extLst>
          </p:cNvPr>
          <p:cNvSpPr>
            <a:spLocks noGrp="1"/>
          </p:cNvSpPr>
          <p:nvPr>
            <p:ph type="body" idx="1"/>
          </p:nvPr>
        </p:nvSpPr>
        <p:spPr>
          <a:xfrm>
            <a:off x="628650" y="1416889"/>
            <a:ext cx="3211417" cy="3511778"/>
          </a:xfrm>
        </p:spPr>
        <p:txBody>
          <a:bodyPr/>
          <a:lstStyle/>
          <a:p>
            <a:r>
              <a:rPr lang="zh-CN" sz="1050"/>
              <a:t>Vital Signs Processing Code</a:t>
            </a:r>
          </a:p>
          <a:p>
            <a:r>
              <a:rPr lang="zh-CN" sz="1050" b="0"/>
              <a:t>This code processes the unwrapped phase signal</a:t>
            </a:r>
            <a:endParaRPr lang="zh-CN" altLang="en-US" sz="1050"/>
          </a:p>
          <a:p>
            <a:r>
              <a:rPr lang="zh-CN" sz="1050" b="0"/>
              <a:t>from the locked radar range bin.</a:t>
            </a:r>
            <a:endParaRPr lang="zh-CN" sz="1050"/>
          </a:p>
          <a:p>
            <a:pPr marL="285750" indent="-285750">
              <a:buChar char="•"/>
            </a:pPr>
            <a:r>
              <a:rPr lang="zh-CN" sz="1050" b="0">
                <a:latin typeface="Consolas"/>
              </a:rPr>
              <a:t>apply_hp()</a:t>
            </a:r>
            <a:r>
              <a:rPr lang="zh-CN" sz="1050" b="0"/>
              <a:t> removes slow drift and DC offset from the phase signal.</a:t>
            </a:r>
            <a:endParaRPr lang="zh-CN" sz="1050"/>
          </a:p>
          <a:p>
            <a:pPr marL="285750" indent="-285750">
              <a:buChar char="•"/>
            </a:pPr>
            <a:r>
              <a:rPr lang="zh-CN" sz="1050" b="0">
                <a:latin typeface="Consolas"/>
              </a:rPr>
              <a:t>apply_butterworth_b()</a:t>
            </a:r>
            <a:r>
              <a:rPr lang="zh-CN" sz="1050" b="0" dirty="0"/>
              <a:t> </a:t>
            </a:r>
            <a:r>
              <a:rPr lang="zh-CN" sz="1050" b="0"/>
              <a:t>extracts the respiration component in the lower frequency band.</a:t>
            </a:r>
            <a:endParaRPr lang="zh-CN" sz="1050"/>
          </a:p>
          <a:p>
            <a:pPr marL="285750" indent="-285750">
              <a:buChar char="•"/>
            </a:pPr>
            <a:r>
              <a:rPr lang="zh-CN" sz="1050" b="0"/>
              <a:t>LMS adaptive cancellation is used to reduce breathing interference before heart-rate extraction.</a:t>
            </a:r>
            <a:endParaRPr lang="zh-CN" sz="1050"/>
          </a:p>
          <a:p>
            <a:pPr marL="285750" indent="-285750">
              <a:buChar char="•"/>
            </a:pPr>
            <a:r>
              <a:rPr lang="zh-CN" sz="1050" b="0">
                <a:latin typeface="Consolas"/>
              </a:rPr>
              <a:t>apply_butterworth_h()</a:t>
            </a:r>
            <a:r>
              <a:rPr lang="zh-CN" sz="1050" b="0" dirty="0"/>
              <a:t> </a:t>
            </a:r>
            <a:r>
              <a:rPr lang="zh-CN" sz="1050" b="0"/>
              <a:t>extracts the heartbeat component in the higher frequency band.</a:t>
            </a:r>
            <a:endParaRPr lang="zh-CN" sz="1050"/>
          </a:p>
          <a:p>
            <a:pPr marL="285750" indent="-285750">
              <a:buChar char="•"/>
            </a:pPr>
            <a:r>
              <a:rPr lang="zh-CN" sz="1050" b="0"/>
              <a:t>The filtered signals are stored for later FFT-based BPM estimation.</a:t>
            </a:r>
            <a:endParaRPr lang="zh-CN" sz="1050"/>
          </a:p>
        </p:txBody>
      </p:sp>
      <p:sp>
        <p:nvSpPr>
          <p:cNvPr id="3" name="Slide Number Placeholder 2">
            <a:extLst>
              <a:ext uri="{FF2B5EF4-FFF2-40B4-BE49-F238E27FC236}">
                <a16:creationId xmlns:a16="http://schemas.microsoft.com/office/drawing/2014/main" id="{20C143F2-3187-8F10-E6D2-DF7925FC6D88}"/>
              </a:ext>
            </a:extLst>
          </p:cNvPr>
          <p:cNvSpPr>
            <a:spLocks noGrp="1"/>
          </p:cNvSpPr>
          <p:nvPr>
            <p:ph type="sldNum" idx="12"/>
          </p:nvPr>
        </p:nvSpPr>
        <p:spPr/>
        <p:txBody>
          <a:bodyPr/>
          <a:lstStyle/>
          <a:p>
            <a:fld id="{00000000-1234-1234-1234-123412341234}" type="slidenum">
              <a:rPr lang="en-US" altLang="zh-CN"/>
              <a:t>23</a:t>
            </a:fld>
            <a:endParaRPr lang="en-US"/>
          </a:p>
        </p:txBody>
      </p:sp>
    </p:spTree>
    <p:extLst>
      <p:ext uri="{BB962C8B-B14F-4D97-AF65-F5344CB8AC3E}">
        <p14:creationId xmlns:p14="http://schemas.microsoft.com/office/powerpoint/2010/main" val="2989303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E5272-6019-3EB1-2BBF-CA4062191846}"/>
              </a:ext>
            </a:extLst>
          </p:cNvPr>
          <p:cNvSpPr>
            <a:spLocks noGrp="1"/>
          </p:cNvSpPr>
          <p:nvPr>
            <p:ph type="title"/>
          </p:nvPr>
        </p:nvSpPr>
        <p:spPr/>
        <p:txBody>
          <a:bodyPr/>
          <a:lstStyle/>
          <a:p>
            <a:r>
              <a:rPr lang="zh-CN"/>
              <a:t>FFT and Output Stabilisation</a:t>
            </a:r>
          </a:p>
        </p:txBody>
      </p:sp>
      <p:sp>
        <p:nvSpPr>
          <p:cNvPr id="3" name="文本占位符 2">
            <a:extLst>
              <a:ext uri="{FF2B5EF4-FFF2-40B4-BE49-F238E27FC236}">
                <a16:creationId xmlns:a16="http://schemas.microsoft.com/office/drawing/2014/main" id="{381133EF-B1B1-B31F-6887-4D1365FA2CAA}"/>
              </a:ext>
            </a:extLst>
          </p:cNvPr>
          <p:cNvSpPr>
            <a:spLocks noGrp="1"/>
          </p:cNvSpPr>
          <p:nvPr>
            <p:ph type="body" idx="1"/>
          </p:nvPr>
        </p:nvSpPr>
        <p:spPr>
          <a:xfrm>
            <a:off x="628650" y="1416889"/>
            <a:ext cx="4271789" cy="3215700"/>
          </a:xfrm>
        </p:spPr>
        <p:txBody>
          <a:bodyPr/>
          <a:lstStyle/>
          <a:p>
            <a:r>
              <a:rPr lang="zh-CN" sz="1200"/>
              <a:t>Output Stabilisation</a:t>
            </a:r>
          </a:p>
          <a:p>
            <a:pPr marL="285750" indent="-285750">
              <a:buChar char="•"/>
            </a:pPr>
            <a:r>
              <a:rPr lang="zh-CN" sz="1200" b="0"/>
              <a:t>Apply Hamming window before FFT to reduce spectral leakage</a:t>
            </a:r>
            <a:endParaRPr lang="zh-CN" sz="1200"/>
          </a:p>
          <a:p>
            <a:pPr marL="285750" indent="-285750">
              <a:buChar char="•"/>
            </a:pPr>
            <a:r>
              <a:rPr lang="zh-CN" sz="1200" b="0"/>
              <a:t>Use zero-padding to improve frequency resolution</a:t>
            </a:r>
            <a:endParaRPr lang="zh-CN" sz="1200"/>
          </a:p>
          <a:p>
            <a:pPr marL="285750" indent="-285750">
              <a:buChar char="•"/>
            </a:pPr>
            <a:r>
              <a:rPr lang="zh-CN" sz="1200" b="0"/>
              <a:t>Smooth PSD values to reduce frame-to-frame noise</a:t>
            </a:r>
            <a:endParaRPr lang="zh-CN" sz="1200"/>
          </a:p>
          <a:p>
            <a:pPr marL="285750" indent="-285750">
              <a:buChar char="•"/>
            </a:pPr>
            <a:r>
              <a:rPr lang="zh-CN" sz="1200" b="0"/>
              <a:t>Use Gaussian peak interpolation for more accurate peak frequency estimation</a:t>
            </a:r>
            <a:endParaRPr lang="zh-CN" sz="1200"/>
          </a:p>
          <a:p>
            <a:pPr marL="285750" indent="-285750">
              <a:buChar char="•"/>
            </a:pPr>
            <a:r>
              <a:rPr lang="zh-CN" sz="1200" b="0"/>
              <a:t>Apply frequency tracking and 5-sample median filtering to stabilise BPM output</a:t>
            </a:r>
            <a:endParaRPr lang="zh-CN" sz="1200"/>
          </a:p>
          <a:p>
            <a:endParaRPr lang="zh-CN" altLang="en-US" sz="1200" dirty="0"/>
          </a:p>
        </p:txBody>
      </p:sp>
      <p:pic>
        <p:nvPicPr>
          <p:cNvPr id="4" name="图片 3" descr="图示&#10;&#10;AI 生成的内容可能不正确。">
            <a:extLst>
              <a:ext uri="{FF2B5EF4-FFF2-40B4-BE49-F238E27FC236}">
                <a16:creationId xmlns:a16="http://schemas.microsoft.com/office/drawing/2014/main" id="{7C43A95E-6A22-0B27-CDCF-F8956A354336}"/>
              </a:ext>
            </a:extLst>
          </p:cNvPr>
          <p:cNvPicPr>
            <a:picLocks noChangeAspect="1"/>
          </p:cNvPicPr>
          <p:nvPr/>
        </p:nvPicPr>
        <p:blipFill>
          <a:blip r:embed="rId2"/>
          <a:srcRect l="25137" t="4334" b="-155"/>
          <a:stretch>
            <a:fillRect/>
          </a:stretch>
        </p:blipFill>
        <p:spPr>
          <a:xfrm>
            <a:off x="6226466" y="103188"/>
            <a:ext cx="1085327" cy="4928528"/>
          </a:xfrm>
          <a:prstGeom prst="rect">
            <a:avLst/>
          </a:prstGeom>
        </p:spPr>
      </p:pic>
      <p:sp>
        <p:nvSpPr>
          <p:cNvPr id="5" name="Slide Number Placeholder 4">
            <a:extLst>
              <a:ext uri="{FF2B5EF4-FFF2-40B4-BE49-F238E27FC236}">
                <a16:creationId xmlns:a16="http://schemas.microsoft.com/office/drawing/2014/main" id="{4627C325-6D18-B7BC-CD39-B0AF51589164}"/>
              </a:ext>
            </a:extLst>
          </p:cNvPr>
          <p:cNvSpPr>
            <a:spLocks noGrp="1"/>
          </p:cNvSpPr>
          <p:nvPr>
            <p:ph type="sldNum" idx="12"/>
          </p:nvPr>
        </p:nvSpPr>
        <p:spPr/>
        <p:txBody>
          <a:bodyPr/>
          <a:lstStyle/>
          <a:p>
            <a:fld id="{00000000-1234-1234-1234-123412341234}" type="slidenum">
              <a:rPr lang="en-US" altLang="zh-CN"/>
              <a:t>24</a:t>
            </a:fld>
            <a:endParaRPr lang="en-US"/>
          </a:p>
        </p:txBody>
      </p:sp>
    </p:spTree>
    <p:extLst>
      <p:ext uri="{BB962C8B-B14F-4D97-AF65-F5344CB8AC3E}">
        <p14:creationId xmlns:p14="http://schemas.microsoft.com/office/powerpoint/2010/main" val="92279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BF0AF-D5C5-D1FE-CB50-E53DEB5EFE62}"/>
              </a:ext>
            </a:extLst>
          </p:cNvPr>
          <p:cNvSpPr>
            <a:spLocks noGrp="1"/>
          </p:cNvSpPr>
          <p:nvPr>
            <p:ph type="title"/>
          </p:nvPr>
        </p:nvSpPr>
        <p:spPr/>
        <p:txBody>
          <a:bodyPr/>
          <a:lstStyle/>
          <a:p>
            <a:r>
              <a:rPr lang="zh-CN"/>
              <a:t>Fall Detection Design</a:t>
            </a:r>
          </a:p>
          <a:p>
            <a:endParaRPr lang="zh-CN" altLang="en-US"/>
          </a:p>
        </p:txBody>
      </p:sp>
      <p:sp>
        <p:nvSpPr>
          <p:cNvPr id="3" name="文本占位符 2">
            <a:extLst>
              <a:ext uri="{FF2B5EF4-FFF2-40B4-BE49-F238E27FC236}">
                <a16:creationId xmlns:a16="http://schemas.microsoft.com/office/drawing/2014/main" id="{0636B72F-DBC0-25A3-6F90-B96FAC840CD9}"/>
              </a:ext>
            </a:extLst>
          </p:cNvPr>
          <p:cNvSpPr>
            <a:spLocks noGrp="1"/>
          </p:cNvSpPr>
          <p:nvPr>
            <p:ph type="body" idx="1"/>
          </p:nvPr>
        </p:nvSpPr>
        <p:spPr>
          <a:xfrm>
            <a:off x="628650" y="1416889"/>
            <a:ext cx="4099652" cy="3215700"/>
          </a:xfrm>
        </p:spPr>
        <p:txBody>
          <a:bodyPr/>
          <a:lstStyle/>
          <a:p>
            <a:r>
              <a:rPr lang="zh-CN" sz="1400"/>
              <a:t>Design Logic（</a:t>
            </a:r>
            <a:r>
              <a:rPr lang="en-US" altLang="zh-CN" sz="1400" b="0"/>
              <a:t>Prototype</a:t>
            </a:r>
            <a:r>
              <a:rPr lang="zh-CN" altLang="en-US" sz="1400" b="0" dirty="0"/>
              <a:t> </a:t>
            </a:r>
            <a:r>
              <a:rPr lang="en-US" altLang="zh-CN" sz="1400" b="0"/>
              <a:t>only</a:t>
            </a:r>
            <a:r>
              <a:rPr lang="zh-CN" sz="1400"/>
              <a:t>）</a:t>
            </a:r>
          </a:p>
          <a:p>
            <a:pPr marL="285750" indent="-285750">
              <a:buChar char="•"/>
            </a:pPr>
            <a:r>
              <a:rPr lang="zh-CN" sz="1400" b="0"/>
              <a:t>Detect a possible fall using motion intensity</a:t>
            </a:r>
            <a:endParaRPr lang="zh-CN" sz="1400"/>
          </a:p>
          <a:p>
            <a:pPr marL="285750" indent="-285750">
              <a:buChar char="•"/>
            </a:pPr>
            <a:r>
              <a:rPr lang="zh-CN" sz="1400" b="0"/>
              <a:t>Store the pre-fall subject distance</a:t>
            </a:r>
            <a:endParaRPr lang="zh-CN" sz="1400"/>
          </a:p>
          <a:p>
            <a:pPr marL="285750" indent="-285750">
              <a:buChar char="•"/>
            </a:pPr>
            <a:r>
              <a:rPr lang="zh-CN" sz="1400" b="0"/>
              <a:t>Enter a suspected state after sustained impact</a:t>
            </a:r>
            <a:endParaRPr lang="zh-CN" sz="1400"/>
          </a:p>
          <a:p>
            <a:pPr marL="285750" indent="-285750">
              <a:buChar char="•"/>
            </a:pPr>
            <a:r>
              <a:rPr lang="zh-CN" sz="1400" b="0"/>
              <a:t>Confirm a fall if the subject remains displaced for a set period</a:t>
            </a:r>
            <a:endParaRPr lang="zh-CN" sz="1400"/>
          </a:p>
          <a:p>
            <a:pPr marL="285750" indent="-285750">
              <a:buChar char="•"/>
            </a:pPr>
            <a:r>
              <a:rPr lang="zh-CN" sz="1400" b="0"/>
              <a:t>Cancel the suspected state if the subject recovers, moves strongly, or times out</a:t>
            </a:r>
            <a:endParaRPr lang="zh-CN" sz="1400"/>
          </a:p>
        </p:txBody>
      </p:sp>
      <p:pic>
        <p:nvPicPr>
          <p:cNvPr id="4" name="图片 3" descr="图示&#10;&#10;AI 生成的内容可能不正确。">
            <a:extLst>
              <a:ext uri="{FF2B5EF4-FFF2-40B4-BE49-F238E27FC236}">
                <a16:creationId xmlns:a16="http://schemas.microsoft.com/office/drawing/2014/main" id="{B0EC14C7-0D03-AF61-CAD5-A07D92018C4D}"/>
              </a:ext>
            </a:extLst>
          </p:cNvPr>
          <p:cNvPicPr>
            <a:picLocks noChangeAspect="1"/>
          </p:cNvPicPr>
          <p:nvPr/>
        </p:nvPicPr>
        <p:blipFill>
          <a:blip r:embed="rId2"/>
          <a:stretch>
            <a:fillRect/>
          </a:stretch>
        </p:blipFill>
        <p:spPr>
          <a:xfrm>
            <a:off x="4576205" y="275421"/>
            <a:ext cx="3344850" cy="4372320"/>
          </a:xfrm>
          <a:prstGeom prst="rect">
            <a:avLst/>
          </a:prstGeom>
        </p:spPr>
      </p:pic>
      <p:sp>
        <p:nvSpPr>
          <p:cNvPr id="5" name="Slide Number Placeholder 4">
            <a:extLst>
              <a:ext uri="{FF2B5EF4-FFF2-40B4-BE49-F238E27FC236}">
                <a16:creationId xmlns:a16="http://schemas.microsoft.com/office/drawing/2014/main" id="{CEB02898-E830-F713-C3B6-0A591387E058}"/>
              </a:ext>
            </a:extLst>
          </p:cNvPr>
          <p:cNvSpPr>
            <a:spLocks noGrp="1"/>
          </p:cNvSpPr>
          <p:nvPr>
            <p:ph type="sldNum" idx="12"/>
          </p:nvPr>
        </p:nvSpPr>
        <p:spPr/>
        <p:txBody>
          <a:bodyPr/>
          <a:lstStyle/>
          <a:p>
            <a:fld id="{00000000-1234-1234-1234-123412341234}" type="slidenum">
              <a:rPr lang="en-US" altLang="zh-CN"/>
              <a:t>25</a:t>
            </a:fld>
            <a:endParaRPr lang="en-US"/>
          </a:p>
        </p:txBody>
      </p:sp>
    </p:spTree>
    <p:extLst>
      <p:ext uri="{BB962C8B-B14F-4D97-AF65-F5344CB8AC3E}">
        <p14:creationId xmlns:p14="http://schemas.microsoft.com/office/powerpoint/2010/main" val="3279079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E914B-02B3-0B35-B221-CC6E572A2868}"/>
              </a:ext>
            </a:extLst>
          </p:cNvPr>
          <p:cNvSpPr>
            <a:spLocks noGrp="1"/>
          </p:cNvSpPr>
          <p:nvPr>
            <p:ph type="title"/>
          </p:nvPr>
        </p:nvSpPr>
        <p:spPr/>
        <p:txBody>
          <a:bodyPr/>
          <a:lstStyle/>
          <a:p>
            <a:r>
              <a:rPr lang="zh-CN"/>
              <a:t>Code Contribution Summary</a:t>
            </a:r>
          </a:p>
        </p:txBody>
      </p:sp>
      <p:sp>
        <p:nvSpPr>
          <p:cNvPr id="3" name="文本占位符 2">
            <a:extLst>
              <a:ext uri="{FF2B5EF4-FFF2-40B4-BE49-F238E27FC236}">
                <a16:creationId xmlns:a16="http://schemas.microsoft.com/office/drawing/2014/main" id="{D22BF7BF-FBF6-B360-4607-3B1F1AC03E51}"/>
              </a:ext>
            </a:extLst>
          </p:cNvPr>
          <p:cNvSpPr>
            <a:spLocks noGrp="1"/>
          </p:cNvSpPr>
          <p:nvPr>
            <p:ph type="body" idx="1"/>
          </p:nvPr>
        </p:nvSpPr>
        <p:spPr>
          <a:xfrm>
            <a:off x="628650" y="1416889"/>
            <a:ext cx="3080592" cy="2582231"/>
          </a:xfrm>
        </p:spPr>
        <p:txBody>
          <a:bodyPr/>
          <a:lstStyle/>
          <a:p>
            <a:r>
              <a:rPr lang="zh-CN" sz="1050"/>
              <a:t>Implemented Contributions</a:t>
            </a:r>
          </a:p>
          <a:p>
            <a:pPr marL="285750" indent="-285750">
              <a:buChar char="•"/>
            </a:pPr>
            <a:r>
              <a:rPr lang="zh-CN" sz="1050" b="0"/>
              <a:t>Built the main firmware execution flow</a:t>
            </a:r>
            <a:endParaRPr lang="zh-CN" sz="1050"/>
          </a:p>
          <a:p>
            <a:pPr marL="285750" indent="-285750">
              <a:buChar char="•"/>
            </a:pPr>
            <a:r>
              <a:rPr lang="zh-CN" sz="1050" b="0"/>
              <a:t>Integrated radar frame processing with BLE / WPAN task handling</a:t>
            </a:r>
            <a:endParaRPr lang="zh-CN" sz="1050"/>
          </a:p>
          <a:p>
            <a:pPr marL="285750" indent="-285750">
              <a:buChar char="•"/>
            </a:pPr>
            <a:r>
              <a:rPr lang="zh-CN" sz="1050" b="0"/>
              <a:t>Wrapped Acconeer A121 SDK functions into a reusable radar control layer</a:t>
            </a:r>
            <a:endParaRPr lang="zh-CN" sz="1050"/>
          </a:p>
          <a:p>
            <a:pPr marL="285750" indent="-285750">
              <a:buChar char="•"/>
            </a:pPr>
            <a:r>
              <a:rPr lang="zh-CN" sz="1050" b="0"/>
              <a:t>Added target tracking to stabilise distance outputs</a:t>
            </a:r>
            <a:endParaRPr lang="zh-CN" sz="1050"/>
          </a:p>
          <a:p>
            <a:pPr marL="285750" indent="-285750">
              <a:buChar char="•"/>
            </a:pPr>
            <a:r>
              <a:rPr lang="zh-CN" sz="1050" b="0"/>
              <a:t>Implemented phase-based vital-sign signal processing</a:t>
            </a:r>
            <a:endParaRPr lang="zh-CN" sz="1050"/>
          </a:p>
          <a:p>
            <a:pPr marL="285750" indent="-285750">
              <a:buChar char="•"/>
            </a:pPr>
            <a:r>
              <a:rPr lang="zh-CN" sz="1050" b="0"/>
              <a:t>Converted filtered signals into stable breathing-rate and heart-rate estimates</a:t>
            </a:r>
            <a:endParaRPr lang="zh-CN" sz="1050"/>
          </a:p>
        </p:txBody>
      </p:sp>
      <p:sp>
        <p:nvSpPr>
          <p:cNvPr id="4" name="文本框 3">
            <a:extLst>
              <a:ext uri="{FF2B5EF4-FFF2-40B4-BE49-F238E27FC236}">
                <a16:creationId xmlns:a16="http://schemas.microsoft.com/office/drawing/2014/main" id="{D7BB1003-33FE-D82D-5920-1984D02FDB66}"/>
              </a:ext>
            </a:extLst>
          </p:cNvPr>
          <p:cNvSpPr txBox="1"/>
          <p:nvPr/>
        </p:nvSpPr>
        <p:spPr>
          <a:xfrm>
            <a:off x="4587039" y="1391151"/>
            <a:ext cx="394034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b="1"/>
              <a:t>Prototype / Future Work</a:t>
            </a:r>
            <a:endParaRPr lang="zh-CN"/>
          </a:p>
          <a:p>
            <a:pPr marL="285750" indent="-285750">
              <a:buChar char="•"/>
            </a:pPr>
            <a:r>
              <a:rPr lang="zh-CN"/>
              <a:t>Fall detection was designed as a state-machine prototype</a:t>
            </a:r>
          </a:p>
          <a:p>
            <a:pPr marL="285750" indent="-285750">
              <a:buChar char="•"/>
            </a:pPr>
            <a:r>
              <a:rPr lang="zh-CN"/>
              <a:t>Full integration with the final sensing workflow was not completed</a:t>
            </a:r>
          </a:p>
          <a:p>
            <a:pPr marL="285750" indent="-285750">
              <a:buChar char="•"/>
            </a:pPr>
            <a:r>
              <a:rPr lang="zh-CN"/>
              <a:t>Experimental validation of fall detection remains future work</a:t>
            </a:r>
          </a:p>
          <a:p>
            <a:pPr marL="285750" indent="-285750">
              <a:buChar char="•"/>
            </a:pPr>
            <a:r>
              <a:rPr lang="zh-CN"/>
              <a:t>Further optimisation is needed for motion artefacts and real-world robustness</a:t>
            </a:r>
          </a:p>
          <a:p>
            <a:pPr algn="l"/>
            <a:endParaRPr lang="zh-CN" altLang="en-US" dirty="0"/>
          </a:p>
        </p:txBody>
      </p:sp>
      <p:sp>
        <p:nvSpPr>
          <p:cNvPr id="5" name="Slide Number Placeholder 4">
            <a:extLst>
              <a:ext uri="{FF2B5EF4-FFF2-40B4-BE49-F238E27FC236}">
                <a16:creationId xmlns:a16="http://schemas.microsoft.com/office/drawing/2014/main" id="{33D567D6-E8CD-8959-6F08-A201CC7E9B0B}"/>
              </a:ext>
            </a:extLst>
          </p:cNvPr>
          <p:cNvSpPr>
            <a:spLocks noGrp="1"/>
          </p:cNvSpPr>
          <p:nvPr>
            <p:ph type="sldNum" idx="12"/>
          </p:nvPr>
        </p:nvSpPr>
        <p:spPr/>
        <p:txBody>
          <a:bodyPr/>
          <a:lstStyle/>
          <a:p>
            <a:fld id="{00000000-1234-1234-1234-123412341234}" type="slidenum">
              <a:rPr lang="en-US" altLang="zh-CN"/>
              <a:t>26</a:t>
            </a:fld>
            <a:endParaRPr lang="en-US"/>
          </a:p>
        </p:txBody>
      </p:sp>
    </p:spTree>
    <p:extLst>
      <p:ext uri="{BB962C8B-B14F-4D97-AF65-F5344CB8AC3E}">
        <p14:creationId xmlns:p14="http://schemas.microsoft.com/office/powerpoint/2010/main" val="1514525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86"/>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a:lnSpc>
                <a:spcPct val="133333"/>
              </a:lnSpc>
            </a:pPr>
            <a:r>
              <a:rPr lang="zh-CN" sz="2700"/>
              <a:t>Part </a:t>
            </a:r>
            <a:r>
              <a:rPr lang="en-US" altLang="zh-CN" sz="2700"/>
              <a:t>5</a:t>
            </a:r>
            <a:r>
              <a:rPr lang="zh-CN" sz="2700"/>
              <a:t> </a:t>
            </a:r>
            <a:r>
              <a:rPr lang="en-US" sz="2400">
                <a:solidFill>
                  <a:schemeClr val="bg1"/>
                </a:solidFill>
              </a:rPr>
              <a:t>Mechanical Design</a:t>
            </a:r>
            <a:endParaRPr lang="en-US" altLang="zh-CN" sz="270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07B9-E79E-9E4E-83D6-787D0403E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86679-64B2-96A7-2646-0E0ECFBDE109}"/>
              </a:ext>
            </a:extLst>
          </p:cNvPr>
          <p:cNvSpPr>
            <a:spLocks noGrp="1"/>
          </p:cNvSpPr>
          <p:nvPr>
            <p:ph type="title"/>
          </p:nvPr>
        </p:nvSpPr>
        <p:spPr/>
        <p:txBody>
          <a:bodyPr/>
          <a:lstStyle/>
          <a:p>
            <a:r>
              <a:rPr lang="en-US">
                <a:solidFill>
                  <a:srgbClr val="000F46"/>
                </a:solidFill>
              </a:rPr>
              <a:t>Beyond Protection</a:t>
            </a:r>
            <a:endParaRPr lang="en-US"/>
          </a:p>
        </p:txBody>
      </p:sp>
      <p:sp>
        <p:nvSpPr>
          <p:cNvPr id="3" name="Text Placeholder 2">
            <a:extLst>
              <a:ext uri="{FF2B5EF4-FFF2-40B4-BE49-F238E27FC236}">
                <a16:creationId xmlns:a16="http://schemas.microsoft.com/office/drawing/2014/main" id="{C53DE723-D9C5-E3CC-369A-3CE7813728DE}"/>
              </a:ext>
            </a:extLst>
          </p:cNvPr>
          <p:cNvSpPr>
            <a:spLocks noGrp="1"/>
          </p:cNvSpPr>
          <p:nvPr>
            <p:ph type="body" idx="1"/>
          </p:nvPr>
        </p:nvSpPr>
        <p:spPr/>
        <p:txBody>
          <a:bodyPr/>
          <a:lstStyle/>
          <a:p>
            <a:pPr indent="-304800">
              <a:spcBef>
                <a:spcPts val="500"/>
              </a:spcBef>
              <a:buSzPts val="1200"/>
              <a:buFont typeface="Arial"/>
              <a:buChar char="●"/>
            </a:pPr>
            <a:r>
              <a:rPr lang="en-US" sz="1500"/>
              <a:t>Geometric structure directly affects electromagnetic focusing characteristics</a:t>
            </a:r>
          </a:p>
          <a:p>
            <a:pPr indent="-304800">
              <a:spcBef>
                <a:spcPts val="500"/>
              </a:spcBef>
              <a:buSzPts val="1200"/>
              <a:buFont typeface="Arial"/>
              <a:buChar char="●"/>
            </a:pPr>
            <a:r>
              <a:rPr lang="en-US" sz="1500"/>
              <a:t>Goal: Improve antenna </a:t>
            </a:r>
            <a:r>
              <a:rPr lang="en-US" sz="1500" err="1"/>
              <a:t>directionality+enhance</a:t>
            </a:r>
            <a:r>
              <a:rPr lang="en-US" sz="1500"/>
              <a:t> received signal strength</a:t>
            </a:r>
          </a:p>
          <a:p>
            <a:pPr indent="-304800">
              <a:spcBef>
                <a:spcPts val="500"/>
              </a:spcBef>
              <a:buSzPts val="1200"/>
              <a:buFont typeface="Arial"/>
              <a:buChar char="●"/>
            </a:pPr>
            <a:endParaRPr lang="en-US" sz="1500"/>
          </a:p>
          <a:p>
            <a:pPr indent="-304800">
              <a:spcBef>
                <a:spcPts val="500"/>
              </a:spcBef>
              <a:buSzPts val="1200"/>
              <a:buFont typeface="Arial"/>
              <a:buChar char="●"/>
            </a:pPr>
            <a:endParaRPr lang="en-US" sz="1500"/>
          </a:p>
        </p:txBody>
      </p:sp>
      <p:pic>
        <p:nvPicPr>
          <p:cNvPr id="4" name="Picture 3">
            <a:extLst>
              <a:ext uri="{FF2B5EF4-FFF2-40B4-BE49-F238E27FC236}">
                <a16:creationId xmlns:a16="http://schemas.microsoft.com/office/drawing/2014/main" id="{ABBF28BE-C198-71A6-4A23-B96D80E84FFB}"/>
              </a:ext>
            </a:extLst>
          </p:cNvPr>
          <p:cNvPicPr>
            <a:picLocks noChangeAspect="1"/>
          </p:cNvPicPr>
          <p:nvPr/>
        </p:nvPicPr>
        <p:blipFill>
          <a:blip r:embed="rId2"/>
          <a:stretch>
            <a:fillRect/>
          </a:stretch>
        </p:blipFill>
        <p:spPr>
          <a:xfrm>
            <a:off x="2990994" y="2325688"/>
            <a:ext cx="2963574" cy="2651125"/>
          </a:xfrm>
          <a:prstGeom prst="rect">
            <a:avLst/>
          </a:prstGeom>
        </p:spPr>
      </p:pic>
      <p:sp>
        <p:nvSpPr>
          <p:cNvPr id="5" name="TextBox 4">
            <a:extLst>
              <a:ext uri="{FF2B5EF4-FFF2-40B4-BE49-F238E27FC236}">
                <a16:creationId xmlns:a16="http://schemas.microsoft.com/office/drawing/2014/main" id="{A0B624A1-A61C-F93F-CDC0-3E5D3F2A790C}"/>
              </a:ext>
            </a:extLst>
          </p:cNvPr>
          <p:cNvSpPr txBox="1"/>
          <p:nvPr/>
        </p:nvSpPr>
        <p:spPr>
          <a:xfrm>
            <a:off x="6016625" y="4619625"/>
            <a:ext cx="4572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From: Lens design — </a:t>
            </a:r>
            <a:r>
              <a:rPr lang="en-US" err="1"/>
              <a:t>Acconeer</a:t>
            </a:r>
            <a:r>
              <a:rPr lang="en-US"/>
              <a:t> docs</a:t>
            </a:r>
          </a:p>
          <a:p>
            <a:pPr algn="ctr"/>
            <a:endParaRPr lang="en-US"/>
          </a:p>
        </p:txBody>
      </p:sp>
      <p:sp>
        <p:nvSpPr>
          <p:cNvPr id="6" name="Slide Number Placeholder 5">
            <a:extLst>
              <a:ext uri="{FF2B5EF4-FFF2-40B4-BE49-F238E27FC236}">
                <a16:creationId xmlns:a16="http://schemas.microsoft.com/office/drawing/2014/main" id="{B12039CD-BF4F-504B-DA55-9DB1A77D72F3}"/>
              </a:ext>
            </a:extLst>
          </p:cNvPr>
          <p:cNvSpPr>
            <a:spLocks noGrp="1"/>
          </p:cNvSpPr>
          <p:nvPr>
            <p:ph type="sldNum" idx="12"/>
          </p:nvPr>
        </p:nvSpPr>
        <p:spPr/>
        <p:txBody>
          <a:bodyPr/>
          <a:lstStyle/>
          <a:p>
            <a:fld id="{00000000-1234-1234-1234-123412341234}" type="slidenum">
              <a:rPr lang="en-US" altLang="zh-CN"/>
              <a:t>28</a:t>
            </a:fld>
            <a:endParaRPr lang="en-US"/>
          </a:p>
        </p:txBody>
      </p:sp>
    </p:spTree>
    <p:extLst>
      <p:ext uri="{BB962C8B-B14F-4D97-AF65-F5344CB8AC3E}">
        <p14:creationId xmlns:p14="http://schemas.microsoft.com/office/powerpoint/2010/main" val="646273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D6B3-3EB9-6CD7-5750-4C64917EA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9EB91-2449-2985-9B86-E25105B126B1}"/>
              </a:ext>
            </a:extLst>
          </p:cNvPr>
          <p:cNvSpPr>
            <a:spLocks noGrp="1"/>
          </p:cNvSpPr>
          <p:nvPr>
            <p:ph type="title"/>
          </p:nvPr>
        </p:nvSpPr>
        <p:spPr/>
        <p:txBody>
          <a:bodyPr/>
          <a:lstStyle/>
          <a:p>
            <a:r>
              <a:rPr lang="en-US">
                <a:solidFill>
                  <a:srgbClr val="000F46"/>
                </a:solidFill>
              </a:rPr>
              <a:t>Fresnel Zone Plate (FZP)</a:t>
            </a:r>
          </a:p>
        </p:txBody>
      </p:sp>
      <p:sp>
        <p:nvSpPr>
          <p:cNvPr id="3" name="Text Placeholder 2">
            <a:extLst>
              <a:ext uri="{FF2B5EF4-FFF2-40B4-BE49-F238E27FC236}">
                <a16:creationId xmlns:a16="http://schemas.microsoft.com/office/drawing/2014/main" id="{0182A888-25F5-7FC8-9F08-E364C4D1C4DF}"/>
              </a:ext>
            </a:extLst>
          </p:cNvPr>
          <p:cNvSpPr>
            <a:spLocks noGrp="1"/>
          </p:cNvSpPr>
          <p:nvPr>
            <p:ph type="body" idx="1"/>
          </p:nvPr>
        </p:nvSpPr>
        <p:spPr/>
        <p:txBody>
          <a:bodyPr/>
          <a:lstStyle/>
          <a:p>
            <a:pPr indent="-304800">
              <a:spcBef>
                <a:spcPts val="500"/>
              </a:spcBef>
              <a:buSzPts val="1200"/>
              <a:buFont typeface="Arial"/>
              <a:buChar char="●"/>
            </a:pPr>
            <a:r>
              <a:rPr lang="en-US" sz="1500"/>
              <a:t>FZP: Ladder structure, thickness does not increase with radius</a:t>
            </a:r>
          </a:p>
          <a:p>
            <a:pPr indent="-304800">
              <a:spcBef>
                <a:spcPts val="500"/>
              </a:spcBef>
              <a:buSzPts val="1200"/>
              <a:buFont typeface="Arial"/>
              <a:buChar char="●"/>
            </a:pPr>
            <a:r>
              <a:rPr lang="en-US" sz="1500"/>
              <a:t>Traditional lenses: thicker with larger aperture → Injection defects (shrinkage marks)</a:t>
            </a:r>
          </a:p>
          <a:p>
            <a:pPr indent="-304800">
              <a:spcBef>
                <a:spcPts val="500"/>
              </a:spcBef>
              <a:buSzPts val="1200"/>
              <a:buFont typeface="Arial"/>
              <a:buChar char="●"/>
            </a:pPr>
            <a:r>
              <a:rPr lang="en-US" sz="1500"/>
              <a:t>FZP advantages: flat, easy to manufacture, suitable for compact equipment</a:t>
            </a:r>
          </a:p>
          <a:p>
            <a:pPr indent="-304800">
              <a:spcBef>
                <a:spcPts val="500"/>
              </a:spcBef>
              <a:buSzPts val="1200"/>
              <a:buFont typeface="Arial"/>
              <a:buChar char="●"/>
            </a:pPr>
            <a:endParaRPr lang="en-US" sz="1500"/>
          </a:p>
          <a:p>
            <a:pPr indent="-304800">
              <a:spcBef>
                <a:spcPts val="500"/>
              </a:spcBef>
              <a:buSzPts val="1200"/>
              <a:buFont typeface="Arial"/>
              <a:buChar char="●"/>
            </a:pPr>
            <a:endParaRPr lang="en-US" sz="1500"/>
          </a:p>
        </p:txBody>
      </p:sp>
      <p:pic>
        <p:nvPicPr>
          <p:cNvPr id="4" name="Picture 3" descr="A stack of black circular objects&#10;&#10;AI-generated content may be incorrect.">
            <a:extLst>
              <a:ext uri="{FF2B5EF4-FFF2-40B4-BE49-F238E27FC236}">
                <a16:creationId xmlns:a16="http://schemas.microsoft.com/office/drawing/2014/main" id="{2A8D4739-D7E1-75A1-6875-5A874FC42185}"/>
              </a:ext>
            </a:extLst>
          </p:cNvPr>
          <p:cNvPicPr>
            <a:picLocks noChangeAspect="1"/>
          </p:cNvPicPr>
          <p:nvPr/>
        </p:nvPicPr>
        <p:blipFill>
          <a:blip r:embed="rId2"/>
          <a:stretch>
            <a:fillRect/>
          </a:stretch>
        </p:blipFill>
        <p:spPr>
          <a:xfrm>
            <a:off x="5319713" y="2924175"/>
            <a:ext cx="2251075" cy="1898650"/>
          </a:xfrm>
          <a:prstGeom prst="rect">
            <a:avLst/>
          </a:prstGeom>
        </p:spPr>
      </p:pic>
      <p:sp>
        <p:nvSpPr>
          <p:cNvPr id="5" name="Slide Number Placeholder 4">
            <a:extLst>
              <a:ext uri="{FF2B5EF4-FFF2-40B4-BE49-F238E27FC236}">
                <a16:creationId xmlns:a16="http://schemas.microsoft.com/office/drawing/2014/main" id="{20A89BD8-248C-A643-2178-9264DDEC02A1}"/>
              </a:ext>
            </a:extLst>
          </p:cNvPr>
          <p:cNvSpPr>
            <a:spLocks noGrp="1"/>
          </p:cNvSpPr>
          <p:nvPr>
            <p:ph type="sldNum" idx="12"/>
          </p:nvPr>
        </p:nvSpPr>
        <p:spPr/>
        <p:txBody>
          <a:bodyPr/>
          <a:lstStyle/>
          <a:p>
            <a:fld id="{00000000-1234-1234-1234-123412341234}" type="slidenum">
              <a:rPr lang="en-US" altLang="zh-CN"/>
              <a:t>29</a:t>
            </a:fld>
            <a:endParaRPr lang="en-US"/>
          </a:p>
        </p:txBody>
      </p:sp>
    </p:spTree>
    <p:extLst>
      <p:ext uri="{BB962C8B-B14F-4D97-AF65-F5344CB8AC3E}">
        <p14:creationId xmlns:p14="http://schemas.microsoft.com/office/powerpoint/2010/main" val="4233227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03EC4-3779-DBBF-A18C-ABD318FB0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35410-DAD1-0F16-1371-72161AE7845E}"/>
              </a:ext>
            </a:extLst>
          </p:cNvPr>
          <p:cNvSpPr>
            <a:spLocks noGrp="1"/>
          </p:cNvSpPr>
          <p:nvPr>
            <p:ph type="title"/>
          </p:nvPr>
        </p:nvSpPr>
        <p:spPr/>
        <p:txBody>
          <a:bodyPr/>
          <a:lstStyle/>
          <a:p>
            <a:r>
              <a:rPr lang="en-US">
                <a:solidFill>
                  <a:srgbClr val="000F46"/>
                </a:solidFill>
              </a:rPr>
              <a:t>Theoretical Design</a:t>
            </a:r>
          </a:p>
        </p:txBody>
      </p:sp>
      <p:sp>
        <p:nvSpPr>
          <p:cNvPr id="3" name="Text Placeholder 2">
            <a:extLst>
              <a:ext uri="{FF2B5EF4-FFF2-40B4-BE49-F238E27FC236}">
                <a16:creationId xmlns:a16="http://schemas.microsoft.com/office/drawing/2014/main" id="{5A35F53D-7366-11B1-67C5-59CAB842AA65}"/>
              </a:ext>
            </a:extLst>
          </p:cNvPr>
          <p:cNvSpPr>
            <a:spLocks noGrp="1"/>
          </p:cNvSpPr>
          <p:nvPr>
            <p:ph type="body" idx="1"/>
          </p:nvPr>
        </p:nvSpPr>
        <p:spPr/>
        <p:txBody>
          <a:bodyPr/>
          <a:lstStyle/>
          <a:p>
            <a:r>
              <a:rPr lang="en-US" sz="1500" dirty="0"/>
              <a:t>Center frequency of 60 GHz                     Material: PLA</a:t>
            </a:r>
          </a:p>
          <a:p>
            <a:r>
              <a:rPr lang="en-US" sz="1500" dirty="0"/>
              <a:t>Free-Space Wavelength                           Equivalent relative dielectric constant</a:t>
            </a:r>
          </a:p>
          <a:p>
            <a:endParaRPr lang="en-US" sz="1500" dirty="0"/>
          </a:p>
          <a:p>
            <a:endParaRPr lang="en-US" sz="1500" dirty="0"/>
          </a:p>
          <a:p>
            <a:endParaRPr lang="en-US" sz="1500" dirty="0"/>
          </a:p>
          <a:p>
            <a:r>
              <a:rPr lang="en-US" sz="1500" dirty="0"/>
              <a:t>Wavelength in Medium</a:t>
            </a:r>
          </a:p>
          <a:p>
            <a:endParaRPr lang="en-US" sz="1500" dirty="0"/>
          </a:p>
          <a:p>
            <a:r>
              <a:rPr lang="en-US" sz="1500" dirty="0"/>
              <a:t>Initial Focal Length</a:t>
            </a:r>
          </a:p>
          <a:p>
            <a:r>
              <a:rPr lang="en-US" sz="1500" dirty="0"/>
              <a:t>Design Diameter</a:t>
            </a:r>
          </a:p>
          <a:p>
            <a:r>
              <a:rPr lang="en-US" sz="1500" dirty="0"/>
              <a:t>Ratio                                                                                   traditional design rate: 0.3~0.6</a:t>
            </a:r>
          </a:p>
          <a:p>
            <a:endParaRPr lang="en-US" sz="1500" dirty="0"/>
          </a:p>
          <a:p>
            <a:endParaRPr lang="en-US" dirty="0"/>
          </a:p>
        </p:txBody>
      </p:sp>
      <p:pic>
        <p:nvPicPr>
          <p:cNvPr id="4" name="Picture 3" descr="A black numbers on a white background&#10;&#10;AI-generated content may be incorrect.">
            <a:extLst>
              <a:ext uri="{FF2B5EF4-FFF2-40B4-BE49-F238E27FC236}">
                <a16:creationId xmlns:a16="http://schemas.microsoft.com/office/drawing/2014/main" id="{B14DFFDF-4CA8-6E9E-2487-0916F5E42F93}"/>
              </a:ext>
            </a:extLst>
          </p:cNvPr>
          <p:cNvPicPr>
            <a:picLocks noChangeAspect="1"/>
          </p:cNvPicPr>
          <p:nvPr/>
        </p:nvPicPr>
        <p:blipFill>
          <a:blip r:embed="rId2"/>
          <a:stretch>
            <a:fillRect/>
          </a:stretch>
        </p:blipFill>
        <p:spPr>
          <a:xfrm>
            <a:off x="628650" y="2082800"/>
            <a:ext cx="2743200" cy="565150"/>
          </a:xfrm>
          <a:prstGeom prst="rect">
            <a:avLst/>
          </a:prstGeom>
        </p:spPr>
      </p:pic>
      <p:pic>
        <p:nvPicPr>
          <p:cNvPr id="5" name="Picture 4">
            <a:extLst>
              <a:ext uri="{FF2B5EF4-FFF2-40B4-BE49-F238E27FC236}">
                <a16:creationId xmlns:a16="http://schemas.microsoft.com/office/drawing/2014/main" id="{9B52806D-5428-3F45-5CEF-772F98E3A322}"/>
              </a:ext>
            </a:extLst>
          </p:cNvPr>
          <p:cNvPicPr>
            <a:picLocks noChangeAspect="1"/>
          </p:cNvPicPr>
          <p:nvPr/>
        </p:nvPicPr>
        <p:blipFill>
          <a:blip r:embed="rId3"/>
          <a:stretch>
            <a:fillRect/>
          </a:stretch>
        </p:blipFill>
        <p:spPr>
          <a:xfrm>
            <a:off x="4406900" y="2012950"/>
            <a:ext cx="814388" cy="284163"/>
          </a:xfrm>
          <a:prstGeom prst="rect">
            <a:avLst/>
          </a:prstGeom>
        </p:spPr>
      </p:pic>
      <p:pic>
        <p:nvPicPr>
          <p:cNvPr id="6" name="Picture 5" descr="A math equation with square root and square root&#10;&#10;AI-generated content may be incorrect.">
            <a:extLst>
              <a:ext uri="{FF2B5EF4-FFF2-40B4-BE49-F238E27FC236}">
                <a16:creationId xmlns:a16="http://schemas.microsoft.com/office/drawing/2014/main" id="{5146670B-AF5C-71E5-257B-264B4571807E}"/>
              </a:ext>
            </a:extLst>
          </p:cNvPr>
          <p:cNvPicPr>
            <a:picLocks noChangeAspect="1"/>
          </p:cNvPicPr>
          <p:nvPr/>
        </p:nvPicPr>
        <p:blipFill>
          <a:blip r:embed="rId4"/>
          <a:stretch>
            <a:fillRect/>
          </a:stretch>
        </p:blipFill>
        <p:spPr>
          <a:xfrm>
            <a:off x="3006725" y="2801937"/>
            <a:ext cx="2416175" cy="579438"/>
          </a:xfrm>
          <a:prstGeom prst="rect">
            <a:avLst/>
          </a:prstGeom>
        </p:spPr>
      </p:pic>
      <p:sp>
        <p:nvSpPr>
          <p:cNvPr id="7" name="Slide Number Placeholder 6">
            <a:extLst>
              <a:ext uri="{FF2B5EF4-FFF2-40B4-BE49-F238E27FC236}">
                <a16:creationId xmlns:a16="http://schemas.microsoft.com/office/drawing/2014/main" id="{B5DAED2A-04F8-C02B-CD96-A5F9053B02EA}"/>
              </a:ext>
            </a:extLst>
          </p:cNvPr>
          <p:cNvSpPr>
            <a:spLocks noGrp="1"/>
          </p:cNvSpPr>
          <p:nvPr>
            <p:ph type="sldNum" idx="12"/>
          </p:nvPr>
        </p:nvSpPr>
        <p:spPr/>
        <p:txBody>
          <a:bodyPr/>
          <a:lstStyle/>
          <a:p>
            <a:fld id="{00000000-1234-1234-1234-123412341234}" type="slidenum">
              <a:rPr lang="en-US" altLang="zh-CN"/>
              <a:t>30</a:t>
            </a:fld>
            <a:endParaRPr lang="en-US"/>
          </a:p>
        </p:txBody>
      </p:sp>
      <p:pic>
        <p:nvPicPr>
          <p:cNvPr id="8" name="Picture 7">
            <a:extLst>
              <a:ext uri="{FF2B5EF4-FFF2-40B4-BE49-F238E27FC236}">
                <a16:creationId xmlns:a16="http://schemas.microsoft.com/office/drawing/2014/main" id="{3BAED923-458E-E60B-C145-D50FF78A3E03}"/>
              </a:ext>
            </a:extLst>
          </p:cNvPr>
          <p:cNvPicPr>
            <a:picLocks noChangeAspect="1"/>
          </p:cNvPicPr>
          <p:nvPr/>
        </p:nvPicPr>
        <p:blipFill>
          <a:blip r:embed="rId5"/>
          <a:stretch>
            <a:fillRect/>
          </a:stretch>
        </p:blipFill>
        <p:spPr>
          <a:xfrm>
            <a:off x="3008313" y="3595688"/>
            <a:ext cx="944563" cy="285750"/>
          </a:xfrm>
          <a:prstGeom prst="rect">
            <a:avLst/>
          </a:prstGeom>
        </p:spPr>
      </p:pic>
      <p:pic>
        <p:nvPicPr>
          <p:cNvPr id="9" name="Picture 8">
            <a:extLst>
              <a:ext uri="{FF2B5EF4-FFF2-40B4-BE49-F238E27FC236}">
                <a16:creationId xmlns:a16="http://schemas.microsoft.com/office/drawing/2014/main" id="{071CFAFB-371C-7CB7-4E44-898A82CD46F1}"/>
              </a:ext>
            </a:extLst>
          </p:cNvPr>
          <p:cNvPicPr>
            <a:picLocks noChangeAspect="1"/>
          </p:cNvPicPr>
          <p:nvPr/>
        </p:nvPicPr>
        <p:blipFill>
          <a:blip r:embed="rId6"/>
          <a:stretch>
            <a:fillRect/>
          </a:stretch>
        </p:blipFill>
        <p:spPr>
          <a:xfrm>
            <a:off x="3005137" y="3948113"/>
            <a:ext cx="2022476" cy="239713"/>
          </a:xfrm>
          <a:prstGeom prst="rect">
            <a:avLst/>
          </a:prstGeom>
        </p:spPr>
      </p:pic>
      <p:pic>
        <p:nvPicPr>
          <p:cNvPr id="10" name="Picture 9">
            <a:extLst>
              <a:ext uri="{FF2B5EF4-FFF2-40B4-BE49-F238E27FC236}">
                <a16:creationId xmlns:a16="http://schemas.microsoft.com/office/drawing/2014/main" id="{3D82E7BA-F3EE-6113-1A1D-D2910C072B09}"/>
              </a:ext>
            </a:extLst>
          </p:cNvPr>
          <p:cNvPicPr>
            <a:picLocks noChangeAspect="1"/>
          </p:cNvPicPr>
          <p:nvPr/>
        </p:nvPicPr>
        <p:blipFill>
          <a:blip r:embed="rId7"/>
          <a:stretch>
            <a:fillRect/>
          </a:stretch>
        </p:blipFill>
        <p:spPr>
          <a:xfrm>
            <a:off x="2924175" y="4292600"/>
            <a:ext cx="2089150" cy="233363"/>
          </a:xfrm>
          <a:prstGeom prst="rect">
            <a:avLst/>
          </a:prstGeom>
        </p:spPr>
      </p:pic>
      <p:sp>
        <p:nvSpPr>
          <p:cNvPr id="11" name="Smiley Face 10">
            <a:extLst>
              <a:ext uri="{FF2B5EF4-FFF2-40B4-BE49-F238E27FC236}">
                <a16:creationId xmlns:a16="http://schemas.microsoft.com/office/drawing/2014/main" id="{6FCFBE76-EAB6-8E63-A8CE-5CB5DE89B502}"/>
              </a:ext>
            </a:extLst>
          </p:cNvPr>
          <p:cNvSpPr/>
          <p:nvPr/>
        </p:nvSpPr>
        <p:spPr>
          <a:xfrm>
            <a:off x="5156800" y="4355829"/>
            <a:ext cx="383888" cy="335902"/>
          </a:xfrm>
          <a:prstGeom prst="smileyFace">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math equation with black text&#10;&#10;AI-generated content may be incorrect.">
            <a:extLst>
              <a:ext uri="{FF2B5EF4-FFF2-40B4-BE49-F238E27FC236}">
                <a16:creationId xmlns:a16="http://schemas.microsoft.com/office/drawing/2014/main" id="{A6F65EB5-D080-9CE3-DC8E-4CB51CDACC98}"/>
              </a:ext>
            </a:extLst>
          </p:cNvPr>
          <p:cNvPicPr>
            <a:picLocks noChangeAspect="1"/>
          </p:cNvPicPr>
          <p:nvPr/>
        </p:nvPicPr>
        <p:blipFill>
          <a:blip r:embed="rId8"/>
          <a:stretch>
            <a:fillRect/>
          </a:stretch>
        </p:blipFill>
        <p:spPr>
          <a:xfrm>
            <a:off x="5983288" y="2573338"/>
            <a:ext cx="2535238" cy="933449"/>
          </a:xfrm>
          <a:prstGeom prst="rect">
            <a:avLst/>
          </a:prstGeom>
        </p:spPr>
      </p:pic>
    </p:spTree>
    <p:extLst>
      <p:ext uri="{BB962C8B-B14F-4D97-AF65-F5344CB8AC3E}">
        <p14:creationId xmlns:p14="http://schemas.microsoft.com/office/powerpoint/2010/main" val="280517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A22A-EBA8-E583-7D23-63E2819C4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29BE7-58EF-96D6-CA19-D15BB7F31225}"/>
              </a:ext>
            </a:extLst>
          </p:cNvPr>
          <p:cNvSpPr>
            <a:spLocks noGrp="1"/>
          </p:cNvSpPr>
          <p:nvPr>
            <p:ph type="title"/>
          </p:nvPr>
        </p:nvSpPr>
        <p:spPr/>
        <p:txBody>
          <a:bodyPr/>
          <a:lstStyle/>
          <a:p>
            <a:r>
              <a:rPr lang="en-US">
                <a:solidFill>
                  <a:srgbClr val="000F46"/>
                </a:solidFill>
              </a:rPr>
              <a:t>From Theory to Experiment</a:t>
            </a:r>
          </a:p>
        </p:txBody>
      </p:sp>
      <p:sp>
        <p:nvSpPr>
          <p:cNvPr id="3" name="Text Placeholder 2">
            <a:extLst>
              <a:ext uri="{FF2B5EF4-FFF2-40B4-BE49-F238E27FC236}">
                <a16:creationId xmlns:a16="http://schemas.microsoft.com/office/drawing/2014/main" id="{EB1E237C-DC17-E617-34FC-EBBF072A3286}"/>
              </a:ext>
            </a:extLst>
          </p:cNvPr>
          <p:cNvSpPr>
            <a:spLocks noGrp="1"/>
          </p:cNvSpPr>
          <p:nvPr>
            <p:ph type="body" idx="1"/>
          </p:nvPr>
        </p:nvSpPr>
        <p:spPr/>
        <p:txBody>
          <a:bodyPr/>
          <a:lstStyle/>
          <a:p>
            <a:r>
              <a:rPr lang="en-US" sz="1500"/>
              <a:t>Affected by standing waves: </a:t>
            </a:r>
          </a:p>
          <a:p>
            <a:r>
              <a:rPr lang="en-US" sz="1500" dirty="0"/>
              <a:t>Experimental optimal air gap: </a:t>
            </a:r>
            <a:r>
              <a:rPr lang="en-US" sz="1500" b="0" dirty="0"/>
              <a:t>6 mm         3.5 mm</a:t>
            </a:r>
          </a:p>
          <a:p>
            <a:endParaRPr lang="en-US" sz="1500" b="0" dirty="0"/>
          </a:p>
          <a:p>
            <a:r>
              <a:rPr lang="en-US" sz="1500"/>
              <a:t>Total thickness of the 4-layer steps</a:t>
            </a:r>
          </a:p>
          <a:p>
            <a:endParaRPr lang="en-US" sz="1500"/>
          </a:p>
          <a:p>
            <a:endParaRPr lang="en-US" sz="1500"/>
          </a:p>
          <a:p>
            <a:endParaRPr lang="en-US" sz="1500"/>
          </a:p>
          <a:p>
            <a:r>
              <a:rPr lang="en-US" sz="1500"/>
              <a:t>Physical testing is still required, </a:t>
            </a:r>
          </a:p>
          <a:p>
            <a:r>
              <a:rPr lang="en-US" sz="1500"/>
              <a:t>as long slots without fixed points were used</a:t>
            </a:r>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dirty="0"/>
          </a:p>
          <a:p>
            <a:endParaRPr lang="en-US" sz="1500" b="0"/>
          </a:p>
          <a:p>
            <a:endParaRPr lang="en-US" sz="1500" b="0"/>
          </a:p>
          <a:p>
            <a:endParaRPr lang="en-US" sz="1500" b="0"/>
          </a:p>
          <a:p>
            <a:endParaRPr lang="en-US" sz="1500" b="0"/>
          </a:p>
        </p:txBody>
      </p:sp>
      <p:sp>
        <p:nvSpPr>
          <p:cNvPr id="4" name="Slide Number Placeholder 3">
            <a:extLst>
              <a:ext uri="{FF2B5EF4-FFF2-40B4-BE49-F238E27FC236}">
                <a16:creationId xmlns:a16="http://schemas.microsoft.com/office/drawing/2014/main" id="{8E0890D7-57C7-2588-35F7-D548B920C58F}"/>
              </a:ext>
            </a:extLst>
          </p:cNvPr>
          <p:cNvSpPr>
            <a:spLocks noGrp="1"/>
          </p:cNvSpPr>
          <p:nvPr>
            <p:ph type="sldNum" idx="12"/>
          </p:nvPr>
        </p:nvSpPr>
        <p:spPr/>
        <p:txBody>
          <a:bodyPr/>
          <a:lstStyle/>
          <a:p>
            <a:fld id="{00000000-1234-1234-1234-123412341234}" type="slidenum">
              <a:rPr lang="en-US" altLang="zh-CN"/>
              <a:t>31</a:t>
            </a:fld>
            <a:endParaRPr lang="en-US"/>
          </a:p>
        </p:txBody>
      </p:sp>
      <p:pic>
        <p:nvPicPr>
          <p:cNvPr id="5" name="Picture 4">
            <a:extLst>
              <a:ext uri="{FF2B5EF4-FFF2-40B4-BE49-F238E27FC236}">
                <a16:creationId xmlns:a16="http://schemas.microsoft.com/office/drawing/2014/main" id="{0FD1F88F-89A2-2BD1-9B9D-01D977412E5C}"/>
              </a:ext>
            </a:extLst>
          </p:cNvPr>
          <p:cNvPicPr>
            <a:picLocks noChangeAspect="1"/>
          </p:cNvPicPr>
          <p:nvPr/>
        </p:nvPicPr>
        <p:blipFill>
          <a:blip r:embed="rId2"/>
          <a:stretch>
            <a:fillRect/>
          </a:stretch>
        </p:blipFill>
        <p:spPr>
          <a:xfrm>
            <a:off x="3489325" y="1485900"/>
            <a:ext cx="1482725" cy="258763"/>
          </a:xfrm>
          <a:prstGeom prst="rect">
            <a:avLst/>
          </a:prstGeom>
        </p:spPr>
      </p:pic>
      <p:pic>
        <p:nvPicPr>
          <p:cNvPr id="6" name="Graphic 5" descr="Arrow Right with solid fill">
            <a:extLst>
              <a:ext uri="{FF2B5EF4-FFF2-40B4-BE49-F238E27FC236}">
                <a16:creationId xmlns:a16="http://schemas.microsoft.com/office/drawing/2014/main" id="{992A21C6-C015-8E63-C4C4-AF54868AD6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97740" y="1705117"/>
            <a:ext cx="385550" cy="342900"/>
          </a:xfrm>
          <a:prstGeom prst="rect">
            <a:avLst/>
          </a:prstGeom>
        </p:spPr>
      </p:pic>
      <p:pic>
        <p:nvPicPr>
          <p:cNvPr id="7" name="Picture 6" descr="A black square object with a square hole&#10;&#10;AI-generated content may be incorrect.">
            <a:extLst>
              <a:ext uri="{FF2B5EF4-FFF2-40B4-BE49-F238E27FC236}">
                <a16:creationId xmlns:a16="http://schemas.microsoft.com/office/drawing/2014/main" id="{048B66A2-4555-2D6D-8E3F-9E0B5EC87B27}"/>
              </a:ext>
            </a:extLst>
          </p:cNvPr>
          <p:cNvPicPr>
            <a:picLocks noChangeAspect="1"/>
          </p:cNvPicPr>
          <p:nvPr/>
        </p:nvPicPr>
        <p:blipFill>
          <a:blip r:embed="rId4"/>
          <a:srcRect l="24986" t="18206" r="24292" b="12634"/>
          <a:stretch>
            <a:fillRect/>
          </a:stretch>
        </p:blipFill>
        <p:spPr>
          <a:xfrm>
            <a:off x="5252267" y="2046232"/>
            <a:ext cx="3268602" cy="1964165"/>
          </a:xfrm>
          <a:prstGeom prst="rect">
            <a:avLst/>
          </a:prstGeom>
        </p:spPr>
      </p:pic>
      <p:pic>
        <p:nvPicPr>
          <p:cNvPr id="8" name="Picture 7">
            <a:extLst>
              <a:ext uri="{FF2B5EF4-FFF2-40B4-BE49-F238E27FC236}">
                <a16:creationId xmlns:a16="http://schemas.microsoft.com/office/drawing/2014/main" id="{A3050EBF-91F6-42D6-1FCE-6EF87F4580BF}"/>
              </a:ext>
            </a:extLst>
          </p:cNvPr>
          <p:cNvPicPr>
            <a:picLocks noChangeAspect="1"/>
          </p:cNvPicPr>
          <p:nvPr/>
        </p:nvPicPr>
        <p:blipFill>
          <a:blip r:embed="rId5"/>
          <a:stretch>
            <a:fillRect/>
          </a:stretch>
        </p:blipFill>
        <p:spPr>
          <a:xfrm>
            <a:off x="1097756" y="2657871"/>
            <a:ext cx="2608660" cy="282179"/>
          </a:xfrm>
          <a:prstGeom prst="rect">
            <a:avLst/>
          </a:prstGeom>
        </p:spPr>
      </p:pic>
    </p:spTree>
    <p:extLst>
      <p:ext uri="{BB962C8B-B14F-4D97-AF65-F5344CB8AC3E}">
        <p14:creationId xmlns:p14="http://schemas.microsoft.com/office/powerpoint/2010/main" val="3332388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3263-B0B7-6A64-D9EF-D3BE9F184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57F13-40B7-AF88-E685-922C85A8B9F2}"/>
              </a:ext>
            </a:extLst>
          </p:cNvPr>
          <p:cNvSpPr>
            <a:spLocks noGrp="1"/>
          </p:cNvSpPr>
          <p:nvPr>
            <p:ph type="title"/>
          </p:nvPr>
        </p:nvSpPr>
        <p:spPr/>
        <p:txBody>
          <a:bodyPr/>
          <a:lstStyle/>
          <a:p>
            <a:r>
              <a:rPr lang="en-US">
                <a:solidFill>
                  <a:srgbClr val="000F46"/>
                </a:solidFill>
              </a:rPr>
              <a:t>Mechanical Integration &amp; Assembly</a:t>
            </a:r>
          </a:p>
        </p:txBody>
      </p:sp>
      <p:sp>
        <p:nvSpPr>
          <p:cNvPr id="3" name="Text Placeholder 2">
            <a:extLst>
              <a:ext uri="{FF2B5EF4-FFF2-40B4-BE49-F238E27FC236}">
                <a16:creationId xmlns:a16="http://schemas.microsoft.com/office/drawing/2014/main" id="{AFEE758D-8824-77D4-51B3-67DC1EC9A530}"/>
              </a:ext>
            </a:extLst>
          </p:cNvPr>
          <p:cNvSpPr>
            <a:spLocks noGrp="1"/>
          </p:cNvSpPr>
          <p:nvPr>
            <p:ph type="body" idx="1"/>
          </p:nvPr>
        </p:nvSpPr>
        <p:spPr/>
        <p:txBody>
          <a:bodyPr/>
          <a:lstStyle/>
          <a:p>
            <a:pPr marL="228600" indent="0"/>
            <a:r>
              <a:rPr lang="en-US" sz="1200"/>
              <a:t>Parametric</a:t>
            </a:r>
            <a:r>
              <a:rPr lang="en-US" sz="1200" dirty="0"/>
              <a:t> CAD Modeling</a:t>
            </a:r>
          </a:p>
          <a:p>
            <a:r>
              <a:rPr lang="en-US" sz="1200" b="0"/>
              <a:t>Lens-to-sensor spacing defined as adjustable parameter</a:t>
            </a:r>
            <a:endParaRPr lang="en-US" sz="1200" b="0" dirty="0"/>
          </a:p>
          <a:p>
            <a:r>
              <a:rPr lang="en-US" sz="1200" b="0" dirty="0"/>
              <a:t>Enables rapid iteration while maintaining dimensional consistency</a:t>
            </a:r>
          </a:p>
          <a:p>
            <a:r>
              <a:rPr lang="en-US" sz="1200" b="0" dirty="0"/>
              <a:t>Critical for optimizing beam focusing characteristics at 60 GHz</a:t>
            </a:r>
          </a:p>
          <a:p>
            <a:r>
              <a:rPr lang="en-US" sz="1200"/>
              <a:t>Interference</a:t>
            </a:r>
            <a:r>
              <a:rPr lang="en-US" sz="1200" dirty="0"/>
              <a:t> Check</a:t>
            </a:r>
          </a:p>
          <a:p>
            <a:r>
              <a:rPr lang="en-US" sz="1200" b="0"/>
              <a:t>Import completed PCB STEP model into CAD environment</a:t>
            </a:r>
            <a:endParaRPr lang="en-US" sz="1200" b="0" dirty="0"/>
          </a:p>
          <a:p>
            <a:r>
              <a:rPr lang="en-US" sz="1200" b="0"/>
              <a:t>Verify clearance between housing and all components before manufacturing</a:t>
            </a:r>
            <a:endParaRPr lang="en-US" sz="1200" b="0" dirty="0"/>
          </a:p>
          <a:p>
            <a:r>
              <a:rPr lang="en-US" sz="1200" b="0"/>
              <a:t>Reduces mechanical integration errors and accelerates prototyping</a:t>
            </a:r>
            <a:endParaRPr lang="en-US" sz="1200" b="0" dirty="0"/>
          </a:p>
          <a:p>
            <a:r>
              <a:rPr lang="en-US" sz="1200"/>
              <a:t>Final Assembly</a:t>
            </a:r>
            <a:endParaRPr lang="en-US" sz="1200" dirty="0"/>
          </a:p>
          <a:p>
            <a:r>
              <a:rPr lang="en-US" sz="1200" b="0"/>
              <a:t>FZP lens integrated with 3D-printed housing</a:t>
            </a:r>
            <a:endParaRPr lang="en-US" sz="1200" b="0" dirty="0"/>
          </a:p>
          <a:p>
            <a:r>
              <a:rPr lang="en-US" sz="1200" b="0"/>
              <a:t>A121 radar module and PCB precisely positioned</a:t>
            </a:r>
            <a:endParaRPr lang="en-US" sz="1200" b="0" dirty="0"/>
          </a:p>
          <a:p>
            <a:r>
              <a:rPr lang="en-US" sz="1200" b="0"/>
              <a:t>Compact form factor suitable for portable healthcare applications</a:t>
            </a:r>
            <a:endParaRPr lang="en-US" sz="1200" b="0" dirty="0"/>
          </a:p>
          <a:p>
            <a:endParaRPr lang="en-US" sz="1200" b="0" dirty="0"/>
          </a:p>
        </p:txBody>
      </p:sp>
      <p:sp>
        <p:nvSpPr>
          <p:cNvPr id="4" name="Slide Number Placeholder 3">
            <a:extLst>
              <a:ext uri="{FF2B5EF4-FFF2-40B4-BE49-F238E27FC236}">
                <a16:creationId xmlns:a16="http://schemas.microsoft.com/office/drawing/2014/main" id="{D37A3BA6-918F-B04E-1021-37C5DFDBD7E7}"/>
              </a:ext>
            </a:extLst>
          </p:cNvPr>
          <p:cNvSpPr>
            <a:spLocks noGrp="1"/>
          </p:cNvSpPr>
          <p:nvPr>
            <p:ph type="sldNum" idx="12"/>
          </p:nvPr>
        </p:nvSpPr>
        <p:spPr/>
        <p:txBody>
          <a:bodyPr/>
          <a:lstStyle/>
          <a:p>
            <a:fld id="{00000000-1234-1234-1234-123412341234}" type="slidenum">
              <a:rPr lang="en-US" altLang="zh-CN"/>
              <a:t>32</a:t>
            </a:fld>
            <a:endParaRPr lang="en-US"/>
          </a:p>
        </p:txBody>
      </p:sp>
      <p:pic>
        <p:nvPicPr>
          <p:cNvPr id="5" name="Picture 4">
            <a:extLst>
              <a:ext uri="{FF2B5EF4-FFF2-40B4-BE49-F238E27FC236}">
                <a16:creationId xmlns:a16="http://schemas.microsoft.com/office/drawing/2014/main" id="{2255007B-7E83-923C-8722-D377AA79E1D6}"/>
              </a:ext>
            </a:extLst>
          </p:cNvPr>
          <p:cNvPicPr>
            <a:picLocks noChangeAspect="1"/>
          </p:cNvPicPr>
          <p:nvPr/>
        </p:nvPicPr>
        <p:blipFill>
          <a:blip r:embed="rId2"/>
          <a:srcRect l="26636" t="13965" r="28590" b="16193"/>
          <a:stretch>
            <a:fillRect/>
          </a:stretch>
        </p:blipFill>
        <p:spPr>
          <a:xfrm>
            <a:off x="5682064" y="2356821"/>
            <a:ext cx="3379769" cy="2324424"/>
          </a:xfrm>
          <a:prstGeom prst="rect">
            <a:avLst/>
          </a:prstGeom>
        </p:spPr>
      </p:pic>
    </p:spTree>
    <p:extLst>
      <p:ext uri="{BB962C8B-B14F-4D97-AF65-F5344CB8AC3E}">
        <p14:creationId xmlns:p14="http://schemas.microsoft.com/office/powerpoint/2010/main" val="2221753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0FFC5-3B42-6254-4A95-58A49D14A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8EC80-0B97-C3F4-C320-39ADE94BE4AA}"/>
              </a:ext>
            </a:extLst>
          </p:cNvPr>
          <p:cNvSpPr>
            <a:spLocks noGrp="1"/>
          </p:cNvSpPr>
          <p:nvPr>
            <p:ph type="title"/>
          </p:nvPr>
        </p:nvSpPr>
        <p:spPr/>
        <p:txBody>
          <a:bodyPr/>
          <a:lstStyle/>
          <a:p>
            <a:r>
              <a:rPr lang="en-US">
                <a:solidFill>
                  <a:srgbClr val="000F46"/>
                </a:solidFill>
              </a:rPr>
              <a:t>Material Trade-off: PA12 vs PLA</a:t>
            </a:r>
          </a:p>
        </p:txBody>
      </p:sp>
      <p:sp>
        <p:nvSpPr>
          <p:cNvPr id="3" name="Text Placeholder 2">
            <a:extLst>
              <a:ext uri="{FF2B5EF4-FFF2-40B4-BE49-F238E27FC236}">
                <a16:creationId xmlns:a16="http://schemas.microsoft.com/office/drawing/2014/main" id="{AD7E2D8B-FF4F-3C10-56AB-4961D23828E6}"/>
              </a:ext>
            </a:extLst>
          </p:cNvPr>
          <p:cNvSpPr>
            <a:spLocks noGrp="1"/>
          </p:cNvSpPr>
          <p:nvPr>
            <p:ph type="body" idx="1"/>
          </p:nvPr>
        </p:nvSpPr>
        <p:spPr>
          <a:xfrm>
            <a:off x="628650" y="1281951"/>
            <a:ext cx="2767013" cy="3215700"/>
          </a:xfrm>
        </p:spPr>
        <p:txBody>
          <a:bodyPr/>
          <a:lstStyle/>
          <a:p>
            <a:r>
              <a:rPr lang="en-US"/>
              <a:t>PA12:</a:t>
            </a:r>
          </a:p>
          <a:p>
            <a:r>
              <a:rPr lang="en-US" b="0" err="1"/>
              <a:t>ε</a:t>
            </a:r>
            <a:r>
              <a:rPr lang="en-US" sz="1400" b="0" err="1"/>
              <a:t>r</a:t>
            </a:r>
            <a:r>
              <a:rPr lang="en-US" sz="1400" b="0"/>
              <a:t> ≈ 2.6</a:t>
            </a:r>
          </a:p>
          <a:p>
            <a:r>
              <a:rPr lang="en-US" sz="1400" b="0"/>
              <a:t>Ultra-low loss (&lt;0.005) </a:t>
            </a:r>
            <a:endParaRPr lang="en-US" sz="1400"/>
          </a:p>
          <a:p>
            <a:r>
              <a:rPr lang="en-US" sz="1400" b="0"/>
              <a:t>Sharp focusing</a:t>
            </a:r>
            <a:endParaRPr lang="en-US" sz="1400"/>
          </a:p>
          <a:p>
            <a:r>
              <a:rPr lang="en-US" sz="1400" b="0"/>
              <a:t>Tough, high temp stable</a:t>
            </a:r>
            <a:endParaRPr lang="en-US" sz="1400"/>
          </a:p>
          <a:p>
            <a:endParaRPr lang="en-US" sz="1400" b="0"/>
          </a:p>
          <a:p>
            <a:r>
              <a:rPr lang="en-US"/>
              <a:t>PLA:</a:t>
            </a:r>
          </a:p>
          <a:p>
            <a:r>
              <a:rPr lang="en-US" b="0" err="1"/>
              <a:t>ε</a:t>
            </a:r>
            <a:r>
              <a:rPr lang="en-US" sz="1400" b="0" err="1"/>
              <a:t>r</a:t>
            </a:r>
            <a:r>
              <a:rPr lang="en-US" sz="1400" b="0"/>
              <a:t> ≈ 2.6 (effective) </a:t>
            </a:r>
            <a:endParaRPr lang="en-US" sz="1400"/>
          </a:p>
          <a:p>
            <a:r>
              <a:rPr lang="en-US" sz="1400" b="0"/>
              <a:t>Higher loss (0.01–0.02)</a:t>
            </a:r>
            <a:endParaRPr lang="en-US" sz="1400"/>
          </a:p>
          <a:p>
            <a:r>
              <a:rPr lang="en-US" sz="1400" b="0"/>
              <a:t>Beam broadening </a:t>
            </a:r>
            <a:endParaRPr lang="en-US" sz="1400"/>
          </a:p>
          <a:p>
            <a:r>
              <a:rPr lang="en-US" sz="1400" b="0"/>
              <a:t>Brittle, Tg~60°C </a:t>
            </a:r>
            <a:endParaRPr lang="en-US" sz="1400"/>
          </a:p>
          <a:p>
            <a:endParaRPr lang="en-US"/>
          </a:p>
          <a:p>
            <a:endParaRPr lang="en-US"/>
          </a:p>
          <a:p>
            <a:endParaRPr lang="en-US"/>
          </a:p>
          <a:p>
            <a:endParaRPr lang="en-US"/>
          </a:p>
        </p:txBody>
      </p:sp>
      <p:sp>
        <p:nvSpPr>
          <p:cNvPr id="4" name="Slide Number Placeholder 3">
            <a:extLst>
              <a:ext uri="{FF2B5EF4-FFF2-40B4-BE49-F238E27FC236}">
                <a16:creationId xmlns:a16="http://schemas.microsoft.com/office/drawing/2014/main" id="{11298FFF-73DA-73CC-1697-B9E367B27271}"/>
              </a:ext>
            </a:extLst>
          </p:cNvPr>
          <p:cNvSpPr>
            <a:spLocks noGrp="1"/>
          </p:cNvSpPr>
          <p:nvPr>
            <p:ph type="sldNum" idx="12"/>
          </p:nvPr>
        </p:nvSpPr>
        <p:spPr/>
        <p:txBody>
          <a:bodyPr/>
          <a:lstStyle/>
          <a:p>
            <a:fld id="{00000000-1234-1234-1234-123412341234}" type="slidenum">
              <a:rPr lang="en-US" altLang="zh-CN"/>
              <a:t>33</a:t>
            </a:fld>
            <a:endParaRPr lang="en-US"/>
          </a:p>
        </p:txBody>
      </p:sp>
      <p:sp>
        <p:nvSpPr>
          <p:cNvPr id="5" name="TextBox 4">
            <a:extLst>
              <a:ext uri="{FF2B5EF4-FFF2-40B4-BE49-F238E27FC236}">
                <a16:creationId xmlns:a16="http://schemas.microsoft.com/office/drawing/2014/main" id="{DCD9EDFB-277A-E9C4-9733-AFFABCADA32C}"/>
              </a:ext>
            </a:extLst>
          </p:cNvPr>
          <p:cNvSpPr txBox="1"/>
          <p:nvPr/>
        </p:nvSpPr>
        <p:spPr>
          <a:xfrm>
            <a:off x="4649208" y="1286650"/>
            <a:ext cx="4108450" cy="20905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It seems that PA12 is all about advantages</a:t>
            </a:r>
          </a:p>
          <a:p>
            <a:endParaRPr lang="en-US" dirty="0"/>
          </a:p>
          <a:p>
            <a:endParaRPr lang="en-US" dirty="0"/>
          </a:p>
          <a:p>
            <a:endParaRPr lang="en-US" dirty="0"/>
          </a:p>
          <a:p>
            <a:pPr marL="457200" indent="-228600">
              <a:lnSpc>
                <a:spcPct val="133333"/>
              </a:lnSpc>
              <a:buClr>
                <a:schemeClr val="lt2"/>
              </a:buClr>
              <a:buSzPts val="1400"/>
            </a:pPr>
            <a:r>
              <a:rPr lang="en-US" dirty="0"/>
              <a:t>However, some characteristics of PLA are in line with our needs</a:t>
            </a:r>
          </a:p>
          <a:p>
            <a:pPr marL="457200" indent="-228600">
              <a:lnSpc>
                <a:spcPct val="133333"/>
              </a:lnSpc>
              <a:buClr>
                <a:schemeClr val="lt2"/>
              </a:buClr>
              <a:buSzPts val="1400"/>
            </a:pPr>
            <a:r>
              <a:rPr lang="en-US" sz="1700" b="1" dirty="0">
                <a:solidFill>
                  <a:schemeClr val="lt2"/>
                </a:solidFill>
              </a:rPr>
              <a:t>Heart Rate!</a:t>
            </a:r>
          </a:p>
          <a:p>
            <a:endParaRPr lang="en-US" dirty="0"/>
          </a:p>
        </p:txBody>
      </p:sp>
      <p:grpSp>
        <p:nvGrpSpPr>
          <p:cNvPr id="10" name="Group 9">
            <a:extLst>
              <a:ext uri="{FF2B5EF4-FFF2-40B4-BE49-F238E27FC236}">
                <a16:creationId xmlns:a16="http://schemas.microsoft.com/office/drawing/2014/main" id="{66EB0475-ABE2-9277-2D15-ABDC809DDFA0}"/>
              </a:ext>
            </a:extLst>
          </p:cNvPr>
          <p:cNvGrpSpPr/>
          <p:nvPr/>
        </p:nvGrpSpPr>
        <p:grpSpPr>
          <a:xfrm>
            <a:off x="4651375" y="3033713"/>
            <a:ext cx="2738437" cy="1790700"/>
            <a:chOff x="5151438" y="2930525"/>
            <a:chExt cx="2738437" cy="1790700"/>
          </a:xfrm>
        </p:grpSpPr>
        <p:pic>
          <p:nvPicPr>
            <p:cNvPr id="6" name="Picture 5" descr="A cartoon character sitting in front of a table&#10;&#10;AI-generated content may be incorrect.">
              <a:extLst>
                <a:ext uri="{FF2B5EF4-FFF2-40B4-BE49-F238E27FC236}">
                  <a16:creationId xmlns:a16="http://schemas.microsoft.com/office/drawing/2014/main" id="{4456D5D0-1CC3-D601-F226-51D5A9EEBFF4}"/>
                </a:ext>
              </a:extLst>
            </p:cNvPr>
            <p:cNvPicPr>
              <a:picLocks noChangeAspect="1"/>
            </p:cNvPicPr>
            <p:nvPr/>
          </p:nvPicPr>
          <p:blipFill>
            <a:blip r:embed="rId2"/>
            <a:stretch>
              <a:fillRect/>
            </a:stretch>
          </p:blipFill>
          <p:spPr>
            <a:xfrm>
              <a:off x="5151438" y="2930525"/>
              <a:ext cx="2738437" cy="1790700"/>
            </a:xfrm>
            <a:prstGeom prst="rect">
              <a:avLst/>
            </a:prstGeom>
          </p:spPr>
        </p:pic>
        <p:cxnSp>
          <p:nvCxnSpPr>
            <p:cNvPr id="7" name="Straight Arrow Connector 6">
              <a:extLst>
                <a:ext uri="{FF2B5EF4-FFF2-40B4-BE49-F238E27FC236}">
                  <a16:creationId xmlns:a16="http://schemas.microsoft.com/office/drawing/2014/main" id="{668D037F-EEBA-99CD-998E-576E5899D4FA}"/>
                </a:ext>
              </a:extLst>
            </p:cNvPr>
            <p:cNvCxnSpPr/>
            <p:nvPr/>
          </p:nvCxnSpPr>
          <p:spPr>
            <a:xfrm flipH="1">
              <a:off x="5894697" y="3670425"/>
              <a:ext cx="633550" cy="590"/>
            </a:xfrm>
            <a:prstGeom prst="straightConnector1">
              <a:avLst/>
            </a:prstGeom>
          </p:spPr>
          <p:style>
            <a:lnRef idx="3">
              <a:schemeClr val="accent3"/>
            </a:lnRef>
            <a:fillRef idx="0">
              <a:schemeClr val="accent3"/>
            </a:fillRef>
            <a:effectRef idx="2">
              <a:schemeClr val="accent3"/>
            </a:effectRef>
            <a:fontRef idx="minor">
              <a:schemeClr val="tx1"/>
            </a:fontRef>
          </p:style>
        </p:cxnSp>
        <p:cxnSp>
          <p:nvCxnSpPr>
            <p:cNvPr id="9" name="Straight Arrow Connector 8">
              <a:extLst>
                <a:ext uri="{FF2B5EF4-FFF2-40B4-BE49-F238E27FC236}">
                  <a16:creationId xmlns:a16="http://schemas.microsoft.com/office/drawing/2014/main" id="{990D2620-7F2D-06CD-3B7F-4DCBD13E3584}"/>
                </a:ext>
              </a:extLst>
            </p:cNvPr>
            <p:cNvCxnSpPr>
              <a:cxnSpLocks/>
            </p:cNvCxnSpPr>
            <p:nvPr/>
          </p:nvCxnSpPr>
          <p:spPr>
            <a:xfrm flipH="1">
              <a:off x="6053447" y="3741863"/>
              <a:ext cx="577988" cy="476840"/>
            </a:xfrm>
            <a:prstGeom prst="straightConnector1">
              <a:avLst/>
            </a:prstGeom>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2114163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560-D371-5921-57E4-8B340782D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21B33-8FF7-DD97-9A2A-B80CCB5AC4EE}"/>
              </a:ext>
            </a:extLst>
          </p:cNvPr>
          <p:cNvSpPr>
            <a:spLocks noGrp="1"/>
          </p:cNvSpPr>
          <p:nvPr>
            <p:ph type="title"/>
          </p:nvPr>
        </p:nvSpPr>
        <p:spPr/>
        <p:txBody>
          <a:bodyPr/>
          <a:lstStyle/>
          <a:p>
            <a:r>
              <a:rPr lang="en-US">
                <a:solidFill>
                  <a:srgbClr val="000F46"/>
                </a:solidFill>
              </a:rPr>
              <a:t>Lens Impact</a:t>
            </a:r>
          </a:p>
        </p:txBody>
      </p:sp>
      <p:sp>
        <p:nvSpPr>
          <p:cNvPr id="3" name="Text Placeholder 2">
            <a:extLst>
              <a:ext uri="{FF2B5EF4-FFF2-40B4-BE49-F238E27FC236}">
                <a16:creationId xmlns:a16="http://schemas.microsoft.com/office/drawing/2014/main" id="{69BE548E-CC83-9EBD-D074-E98AF2B646A8}"/>
              </a:ext>
            </a:extLst>
          </p:cNvPr>
          <p:cNvSpPr>
            <a:spLocks noGrp="1"/>
          </p:cNvSpPr>
          <p:nvPr>
            <p:ph type="body" idx="1"/>
          </p:nvPr>
        </p:nvSpPr>
        <p:spPr/>
        <p:txBody>
          <a:bodyPr/>
          <a:lstStyle/>
          <a:p>
            <a:pPr marL="0" indent="0"/>
            <a:r>
              <a:rPr lang="en-US" dirty="0"/>
              <a:t>  </a:t>
            </a:r>
            <a:r>
              <a:rPr lang="en-US" b="0"/>
              <a:t>Test signal: 341.3 Hz tuning fork</a:t>
            </a:r>
            <a:endParaRPr lang="en-US"/>
          </a:p>
          <a:p>
            <a:r>
              <a:rPr lang="en-US" b="0"/>
              <a:t>Target alignment: Rigidly clamped at fixed height, perfectly aligned with radar line-of-sight</a:t>
            </a:r>
            <a:endParaRPr lang="en-US"/>
          </a:p>
          <a:p>
            <a:r>
              <a:rPr lang="en-US" b="0"/>
              <a:t>Metric: Maximum reliable detection distance</a:t>
            </a:r>
            <a:endParaRPr lang="en-US"/>
          </a:p>
          <a:p>
            <a:endParaRPr lang="en-US" b="0" dirty="0"/>
          </a:p>
          <a:p>
            <a:endParaRPr lang="en-US" b="0" dirty="0"/>
          </a:p>
          <a:p>
            <a:endParaRPr lang="en-US" b="0" dirty="0"/>
          </a:p>
          <a:p>
            <a:r>
              <a:rPr lang="en-US" b="0"/>
              <a:t>                                             </a:t>
            </a:r>
          </a:p>
          <a:p>
            <a:r>
              <a:rPr lang="en-US" b="0"/>
              <a:t>                                            Improvement: +100%</a:t>
            </a:r>
            <a:endParaRPr lang="en-US"/>
          </a:p>
          <a:p>
            <a:endParaRPr lang="en-US" b="0" dirty="0"/>
          </a:p>
          <a:p>
            <a:endParaRPr lang="en-US" b="0" dirty="0"/>
          </a:p>
          <a:p>
            <a:endParaRPr lang="en-US" dirty="0"/>
          </a:p>
        </p:txBody>
      </p:sp>
      <p:sp>
        <p:nvSpPr>
          <p:cNvPr id="4" name="Slide Number Placeholder 3">
            <a:extLst>
              <a:ext uri="{FF2B5EF4-FFF2-40B4-BE49-F238E27FC236}">
                <a16:creationId xmlns:a16="http://schemas.microsoft.com/office/drawing/2014/main" id="{E04E9849-8E73-EB04-4611-5F9CA169347C}"/>
              </a:ext>
            </a:extLst>
          </p:cNvPr>
          <p:cNvSpPr>
            <a:spLocks noGrp="1"/>
          </p:cNvSpPr>
          <p:nvPr>
            <p:ph type="sldNum" idx="12"/>
          </p:nvPr>
        </p:nvSpPr>
        <p:spPr/>
        <p:txBody>
          <a:bodyPr/>
          <a:lstStyle/>
          <a:p>
            <a:fld id="{00000000-1234-1234-1234-123412341234}" type="slidenum">
              <a:rPr lang="en-US" altLang="zh-CN"/>
              <a:t>34</a:t>
            </a:fld>
            <a:endParaRPr lang="en-US"/>
          </a:p>
        </p:txBody>
      </p:sp>
      <p:pic>
        <p:nvPicPr>
          <p:cNvPr id="6" name="Picture 5" descr="A ruler and a box with a yellow knob&#10;&#10;AI-generated content may be incorrect.">
            <a:extLst>
              <a:ext uri="{FF2B5EF4-FFF2-40B4-BE49-F238E27FC236}">
                <a16:creationId xmlns:a16="http://schemas.microsoft.com/office/drawing/2014/main" id="{0DE95F5B-662C-D071-0DBA-D38C9A54301B}"/>
              </a:ext>
            </a:extLst>
          </p:cNvPr>
          <p:cNvPicPr>
            <a:picLocks noChangeAspect="1"/>
          </p:cNvPicPr>
          <p:nvPr/>
        </p:nvPicPr>
        <p:blipFill>
          <a:blip r:embed="rId2"/>
          <a:stretch>
            <a:fillRect/>
          </a:stretch>
        </p:blipFill>
        <p:spPr>
          <a:xfrm>
            <a:off x="628650" y="2968625"/>
            <a:ext cx="2584450" cy="1524000"/>
          </a:xfrm>
          <a:prstGeom prst="rect">
            <a:avLst/>
          </a:prstGeom>
        </p:spPr>
      </p:pic>
      <p:pic>
        <p:nvPicPr>
          <p:cNvPr id="8" name="Picture 7" descr="A screenshot of a table&#10;&#10;AI-generated content may be incorrect.">
            <a:extLst>
              <a:ext uri="{FF2B5EF4-FFF2-40B4-BE49-F238E27FC236}">
                <a16:creationId xmlns:a16="http://schemas.microsoft.com/office/drawing/2014/main" id="{AEE5F6B9-568D-2113-FA73-E995E36287C9}"/>
              </a:ext>
            </a:extLst>
          </p:cNvPr>
          <p:cNvPicPr>
            <a:picLocks noChangeAspect="1"/>
          </p:cNvPicPr>
          <p:nvPr/>
        </p:nvPicPr>
        <p:blipFill>
          <a:blip r:embed="rId3"/>
          <a:stretch>
            <a:fillRect/>
          </a:stretch>
        </p:blipFill>
        <p:spPr>
          <a:xfrm>
            <a:off x="3436938" y="3116866"/>
            <a:ext cx="5580062" cy="902083"/>
          </a:xfrm>
          <a:prstGeom prst="rect">
            <a:avLst/>
          </a:prstGeom>
        </p:spPr>
      </p:pic>
    </p:spTree>
    <p:extLst>
      <p:ext uri="{BB962C8B-B14F-4D97-AF65-F5344CB8AC3E}">
        <p14:creationId xmlns:p14="http://schemas.microsoft.com/office/powerpoint/2010/main" val="1219604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92"/>
          <p:cNvSpPr txBox="1">
            <a:spLocks noGrp="1"/>
          </p:cNvSpPr>
          <p:nvPr>
            <p:ph type="title"/>
          </p:nvPr>
        </p:nvSpPr>
        <p:spPr>
          <a:xfrm>
            <a:off x="259200" y="1437624"/>
            <a:ext cx="6750900" cy="2044500"/>
          </a:xfrm>
          <a:prstGeom prst="rect">
            <a:avLst/>
          </a:prstGeom>
        </p:spPr>
        <p:txBody>
          <a:bodyPr spcFirstLastPara="1" wrap="square" lIns="0" tIns="0" rIns="0" bIns="0" anchor="ctr" anchorCtr="0">
            <a:noAutofit/>
          </a:bodyPr>
          <a:lstStyle/>
          <a:p>
            <a:pPr>
              <a:lnSpc>
                <a:spcPct val="133333"/>
              </a:lnSpc>
              <a:spcAft>
                <a:spcPts val="500"/>
              </a:spcAft>
            </a:pPr>
            <a:r>
              <a:rPr lang="zh-CN" sz="2700"/>
              <a:t>Part </a:t>
            </a:r>
            <a:r>
              <a:rPr lang="en-US" altLang="zh-CN" sz="2700"/>
              <a:t>6</a:t>
            </a:r>
            <a:r>
              <a:rPr lang="zh-CN" sz="2700"/>
              <a:t> </a:t>
            </a:r>
            <a:r>
              <a:rPr lang="en-US" altLang="zh-CN" sz="2700"/>
              <a:t>Results &amp; Conclusion</a:t>
            </a:r>
            <a:endParaRPr lang="zh-CN" altLang="en-US" sz="27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83FD5CC8-B140-6DCF-0E33-484DBD0BA8C2}"/>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9494ED9A-2156-B43D-9EA1-36DA9F65486B}"/>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ltLang="zh-CN"/>
              <a:t>Conclusion</a:t>
            </a:r>
            <a:endParaRPr/>
          </a:p>
        </p:txBody>
      </p:sp>
      <p:sp>
        <p:nvSpPr>
          <p:cNvPr id="553" name="Google Shape;553;p93">
            <a:extLst>
              <a:ext uri="{FF2B5EF4-FFF2-40B4-BE49-F238E27FC236}">
                <a16:creationId xmlns:a16="http://schemas.microsoft.com/office/drawing/2014/main" id="{E297F42E-651E-9C6D-D0CA-051307D3026E}"/>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EFA497A1-4039-B2FB-6C03-1159D8D2768B}"/>
              </a:ext>
            </a:extLst>
          </p:cNvPr>
          <p:cNvSpPr txBox="1"/>
          <p:nvPr/>
        </p:nvSpPr>
        <p:spPr>
          <a:xfrm>
            <a:off x="630725" y="1158463"/>
            <a:ext cx="7886700" cy="3656787"/>
          </a:xfrm>
          <a:prstGeom prst="rect">
            <a:avLst/>
          </a:prstGeom>
          <a:noFill/>
          <a:ln>
            <a:noFill/>
          </a:ln>
        </p:spPr>
        <p:txBody>
          <a:bodyPr spcFirstLastPara="1" wrap="square" lIns="91425" tIns="91425" rIns="91425" bIns="91425" anchor="t" anchorCtr="0">
            <a:noAutofit/>
          </a:bodyPr>
          <a:lstStyle/>
          <a:p>
            <a:r>
              <a:rPr lang="en-US" altLang="zh-CN" sz="1700" b="1">
                <a:solidFill>
                  <a:schemeClr val="lt2"/>
                </a:solidFill>
              </a:rPr>
              <a:t>Core Achievement:</a:t>
            </a:r>
            <a:endParaRPr lang="en-US" altLang="zh-CN">
              <a:solidFill>
                <a:schemeClr val="lt2"/>
              </a:solidFill>
            </a:endParaRPr>
          </a:p>
          <a:p>
            <a:r>
              <a:rPr lang="en-US" sz="1700">
                <a:solidFill>
                  <a:schemeClr val="lt2"/>
                </a:solidFill>
              </a:rPr>
              <a:t>Full-Stack Integration: Successful development of an end-to-end 60 GHz </a:t>
            </a:r>
            <a:r>
              <a:rPr lang="en-US" sz="1700" err="1">
                <a:solidFill>
                  <a:schemeClr val="lt2"/>
                </a:solidFill>
              </a:rPr>
              <a:t>mmWave</a:t>
            </a:r>
            <a:r>
              <a:rPr lang="en-US" sz="1700">
                <a:solidFill>
                  <a:schemeClr val="lt2"/>
                </a:solidFill>
              </a:rPr>
              <a:t> radar platform (Hardware, Firmware, and iOS App).</a:t>
            </a:r>
            <a:endParaRPr lang="en-US">
              <a:solidFill>
                <a:schemeClr val="lt2"/>
              </a:solidFill>
            </a:endParaRPr>
          </a:p>
          <a:p>
            <a:endParaRPr lang="en-US" sz="1700">
              <a:solidFill>
                <a:schemeClr val="lt2"/>
              </a:solidFill>
            </a:endParaRPr>
          </a:p>
          <a:p>
            <a:r>
              <a:rPr lang="en-US" sz="1700">
                <a:solidFill>
                  <a:schemeClr val="lt2"/>
                </a:solidFill>
              </a:rPr>
              <a:t>Ultra-Low Power: Achieved &lt; 1 µA idle current through hardware power gating and RTOS-based task scheduling.</a:t>
            </a:r>
            <a:endParaRPr lang="en-US"/>
          </a:p>
          <a:p>
            <a:endParaRPr lang="en-US" sz="1700">
              <a:solidFill>
                <a:schemeClr val="lt2"/>
              </a:solidFill>
            </a:endParaRPr>
          </a:p>
          <a:p>
            <a:r>
              <a:rPr lang="en-US" sz="1700">
                <a:solidFill>
                  <a:schemeClr val="lt2"/>
                </a:solidFill>
              </a:rPr>
              <a:t>High-Precision DSP: Validated multiple sensing modes</a:t>
            </a:r>
          </a:p>
          <a:p>
            <a:endParaRPr lang="en-US" sz="1700">
              <a:solidFill>
                <a:schemeClr val="lt2"/>
              </a:solidFill>
            </a:endParaRPr>
          </a:p>
          <a:p>
            <a:r>
              <a:rPr lang="en-US" sz="1700">
                <a:solidFill>
                  <a:schemeClr val="lt2"/>
                </a:solidFill>
              </a:rPr>
              <a:t>Range Enhancement: Doubled the stable sensing distance (from 0.3m to 0.6m) using a custom 3D-printed FZP dielectric lens.</a:t>
            </a:r>
            <a:endParaRPr lang="en-US"/>
          </a:p>
          <a:p>
            <a:endParaRPr lang="en-US" altLang="zh-CN" sz="1700" b="1">
              <a:solidFill>
                <a:schemeClr val="lt2"/>
              </a:solidFill>
            </a:endParaRPr>
          </a:p>
          <a:p>
            <a:endParaRPr lang="zh-CN" sz="1700" b="1">
              <a:solidFill>
                <a:schemeClr val="lt2"/>
              </a:solidFill>
            </a:endParaRPr>
          </a:p>
          <a:p>
            <a:endParaRPr lang="zh-CN" altLang="en-US" sz="1700" b="1">
              <a:solidFill>
                <a:schemeClr val="lt2"/>
              </a:solidFill>
            </a:endParaRPr>
          </a:p>
          <a:p>
            <a:endParaRPr lang="zh-CN" altLang="en-US" sz="1700" b="1">
              <a:solidFill>
                <a:schemeClr val="lt2"/>
              </a:solidFill>
            </a:endParaRPr>
          </a:p>
        </p:txBody>
      </p:sp>
      <p:sp>
        <p:nvSpPr>
          <p:cNvPr id="2" name="Slide Number Placeholder 1">
            <a:extLst>
              <a:ext uri="{FF2B5EF4-FFF2-40B4-BE49-F238E27FC236}">
                <a16:creationId xmlns:a16="http://schemas.microsoft.com/office/drawing/2014/main" id="{E1A35E9C-58AE-B23E-2B36-419C03FF9A3C}"/>
              </a:ext>
            </a:extLst>
          </p:cNvPr>
          <p:cNvSpPr>
            <a:spLocks noGrp="1"/>
          </p:cNvSpPr>
          <p:nvPr>
            <p:ph type="sldNum" idx="12"/>
          </p:nvPr>
        </p:nvSpPr>
        <p:spPr/>
        <p:txBody>
          <a:bodyPr/>
          <a:lstStyle/>
          <a:p>
            <a:fld id="{00000000-1234-1234-1234-123412341234}" type="slidenum">
              <a:rPr lang="en-US" altLang="zh-CN"/>
              <a:t>36</a:t>
            </a:fld>
            <a:endParaRPr lang="en-US"/>
          </a:p>
        </p:txBody>
      </p:sp>
    </p:spTree>
    <p:extLst>
      <p:ext uri="{BB962C8B-B14F-4D97-AF65-F5344CB8AC3E}">
        <p14:creationId xmlns:p14="http://schemas.microsoft.com/office/powerpoint/2010/main" val="2104201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93"/>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ltLang="zh-CN"/>
              <a:t>Conclusion</a:t>
            </a:r>
            <a:endParaRPr/>
          </a:p>
        </p:txBody>
      </p:sp>
      <p:sp>
        <p:nvSpPr>
          <p:cNvPr id="553" name="Google Shape;553;p93"/>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p:cNvSpPr txBox="1"/>
          <p:nvPr/>
        </p:nvSpPr>
        <p:spPr>
          <a:xfrm>
            <a:off x="630725" y="1158463"/>
            <a:ext cx="7886700" cy="3656787"/>
          </a:xfrm>
          <a:prstGeom prst="rect">
            <a:avLst/>
          </a:prstGeom>
          <a:noFill/>
          <a:ln>
            <a:noFill/>
          </a:ln>
        </p:spPr>
        <p:txBody>
          <a:bodyPr spcFirstLastPara="1" wrap="square" lIns="91425" tIns="91425" rIns="91425" bIns="91425" anchor="t" anchorCtr="0">
            <a:noAutofit/>
          </a:bodyPr>
          <a:lstStyle/>
          <a:p>
            <a:r>
              <a:rPr lang="en-US" altLang="zh-CN" sz="1700" b="1" dirty="0">
                <a:solidFill>
                  <a:schemeClr val="lt2"/>
                </a:solidFill>
              </a:rPr>
              <a:t>Core Achievement:</a:t>
            </a:r>
            <a:endParaRPr lang="en-US" altLang="zh-CN" dirty="0">
              <a:solidFill>
                <a:schemeClr val="lt2"/>
              </a:solidFill>
            </a:endParaRPr>
          </a:p>
          <a:p>
            <a:r>
              <a:rPr lang="en-US" sz="1700" dirty="0">
                <a:solidFill>
                  <a:schemeClr val="lt2"/>
                </a:solidFill>
              </a:rPr>
              <a:t>Full-Stack Integration: Successful development of an end-to-end 60 GHz mmWave radar platform (Hardware, Firmware, and iOS App).</a:t>
            </a:r>
            <a:endParaRPr lang="en-US" dirty="0">
              <a:solidFill>
                <a:schemeClr val="lt2"/>
              </a:solidFill>
            </a:endParaRPr>
          </a:p>
          <a:p>
            <a:endParaRPr lang="en-US" sz="1700" dirty="0">
              <a:solidFill>
                <a:schemeClr val="lt2"/>
              </a:solidFill>
            </a:endParaRPr>
          </a:p>
          <a:p>
            <a:r>
              <a:rPr lang="en-US" sz="1700" dirty="0">
                <a:solidFill>
                  <a:schemeClr val="lt2"/>
                </a:solidFill>
              </a:rPr>
              <a:t>High-Precision DSP: Validated multiple sensing modes</a:t>
            </a:r>
          </a:p>
          <a:p>
            <a:endParaRPr lang="en-US" sz="1700" dirty="0">
              <a:solidFill>
                <a:schemeClr val="lt2"/>
              </a:solidFill>
            </a:endParaRPr>
          </a:p>
          <a:p>
            <a:r>
              <a:rPr lang="en-US" sz="1700" dirty="0">
                <a:solidFill>
                  <a:schemeClr val="lt2"/>
                </a:solidFill>
              </a:rPr>
              <a:t>Range Enhancement: Doubled the stable sensing distance (from 0.3m to 0.6m) using a custom 3D-printed FZP dielectric lens.</a:t>
            </a:r>
            <a:endParaRPr lang="en-US" dirty="0"/>
          </a:p>
          <a:p>
            <a:endParaRPr lang="en-US" altLang="zh-CN" sz="1700" b="1" dirty="0">
              <a:solidFill>
                <a:schemeClr val="lt2"/>
              </a:solidFill>
            </a:endParaRPr>
          </a:p>
          <a:p>
            <a:endParaRPr lang="zh-CN" sz="1700" b="1" dirty="0">
              <a:solidFill>
                <a:schemeClr val="lt2"/>
              </a:solidFill>
            </a:endParaRPr>
          </a:p>
          <a:p>
            <a:endParaRPr lang="zh-CN" altLang="en-US" sz="1700" b="1" dirty="0">
              <a:solidFill>
                <a:schemeClr val="lt2"/>
              </a:solidFill>
            </a:endParaRPr>
          </a:p>
          <a:p>
            <a:endParaRPr lang="zh-CN" altLang="en-US" sz="1700" b="1" dirty="0">
              <a:solidFill>
                <a:schemeClr val="lt2"/>
              </a:solidFill>
            </a:endParaRPr>
          </a:p>
        </p:txBody>
      </p:sp>
      <p:sp>
        <p:nvSpPr>
          <p:cNvPr id="2" name="Slide Number Placeholder 1">
            <a:extLst>
              <a:ext uri="{FF2B5EF4-FFF2-40B4-BE49-F238E27FC236}">
                <a16:creationId xmlns:a16="http://schemas.microsoft.com/office/drawing/2014/main" id="{FEAB7A69-EF34-AA0C-D6F6-D7205C09BEAD}"/>
              </a:ext>
            </a:extLst>
          </p:cNvPr>
          <p:cNvSpPr>
            <a:spLocks noGrp="1"/>
          </p:cNvSpPr>
          <p:nvPr>
            <p:ph type="sldNum" idx="12"/>
          </p:nvPr>
        </p:nvSpPr>
        <p:spPr/>
        <p:txBody>
          <a:bodyPr/>
          <a:lstStyle/>
          <a:p>
            <a:fld id="{00000000-1234-1234-1234-123412341234}" type="slidenum">
              <a:rPr lang="en-US" altLang="zh-CN"/>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ECFDA38D-D211-858A-DE35-61F4368F0F29}"/>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F5628814-8FA9-9190-92FB-FC2A5B2A02B2}"/>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t>Future Directions</a:t>
            </a:r>
          </a:p>
        </p:txBody>
      </p:sp>
      <p:sp>
        <p:nvSpPr>
          <p:cNvPr id="553" name="Google Shape;553;p93">
            <a:extLst>
              <a:ext uri="{FF2B5EF4-FFF2-40B4-BE49-F238E27FC236}">
                <a16:creationId xmlns:a16="http://schemas.microsoft.com/office/drawing/2014/main" id="{B9D6B91E-F4A5-8CFC-2427-4A8F6D8A42E2}"/>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1ED88AF9-7BB1-932D-D01E-374381B53CA3}"/>
              </a:ext>
            </a:extLst>
          </p:cNvPr>
          <p:cNvSpPr txBox="1"/>
          <p:nvPr/>
        </p:nvSpPr>
        <p:spPr>
          <a:xfrm>
            <a:off x="630725" y="1158463"/>
            <a:ext cx="7886700" cy="3656787"/>
          </a:xfrm>
          <a:prstGeom prst="rect">
            <a:avLst/>
          </a:prstGeom>
          <a:noFill/>
          <a:ln>
            <a:noFill/>
          </a:ln>
        </p:spPr>
        <p:txBody>
          <a:bodyPr spcFirstLastPara="1" wrap="square" lIns="91425" tIns="91425" rIns="91425" bIns="91425" anchor="t" anchorCtr="0">
            <a:noAutofit/>
          </a:bodyPr>
          <a:lstStyle/>
          <a:p>
            <a:r>
              <a:rPr lang="en-US" sz="1700" dirty="0">
                <a:solidFill>
                  <a:schemeClr val="lt2"/>
                </a:solidFill>
              </a:rPr>
              <a:t>Further improve the fall algorithm and enhance its functionality to enable use in regular indoor environments</a:t>
            </a:r>
            <a:endParaRPr lang="en-US" dirty="0"/>
          </a:p>
          <a:p>
            <a:endParaRPr lang="zh-CN" altLang="en-US" sz="1700" b="1" dirty="0">
              <a:solidFill>
                <a:schemeClr val="lt2"/>
              </a:solidFill>
            </a:endParaRPr>
          </a:p>
          <a:p>
            <a:r>
              <a:rPr lang="zh-CN" sz="1700" dirty="0">
                <a:solidFill>
                  <a:schemeClr val="lt2"/>
                </a:solidFill>
              </a:rPr>
              <a:t>Use chips with more transmission and reception capabilities, or connect multiple chips in parallel, to enable detection of multiple objects</a:t>
            </a:r>
            <a:endParaRPr lang="zh-CN" altLang="en-US" sz="1700" dirty="0">
              <a:solidFill>
                <a:schemeClr val="lt2"/>
              </a:solidFill>
            </a:endParaRPr>
          </a:p>
          <a:p>
            <a:endParaRPr lang="zh-CN" altLang="en-US" sz="1700" b="1" dirty="0">
              <a:solidFill>
                <a:schemeClr val="lt2"/>
              </a:solidFill>
            </a:endParaRPr>
          </a:p>
          <a:p>
            <a:r>
              <a:rPr lang="zh-CN" sz="1700" dirty="0">
                <a:solidFill>
                  <a:schemeClr val="lt2"/>
                </a:solidFill>
              </a:rPr>
              <a:t>Optimize the casing </a:t>
            </a:r>
            <a:r>
              <a:rPr lang="en-US" altLang="zh-CN" sz="1700" dirty="0">
                <a:solidFill>
                  <a:schemeClr val="lt2"/>
                </a:solidFill>
              </a:rPr>
              <a:t>t</a:t>
            </a:r>
            <a:r>
              <a:rPr lang="zh-CN" sz="1700" dirty="0">
                <a:solidFill>
                  <a:schemeClr val="lt2"/>
                </a:solidFill>
              </a:rPr>
              <a:t>o</a:t>
            </a:r>
            <a:r>
              <a:rPr lang="zh-CN" altLang="en-US" sz="1700" dirty="0">
                <a:solidFill>
                  <a:schemeClr val="lt2"/>
                </a:solidFill>
              </a:rPr>
              <a:t> </a:t>
            </a:r>
            <a:r>
              <a:rPr lang="en-US" altLang="zh-CN" sz="1700" dirty="0">
                <a:solidFill>
                  <a:schemeClr val="lt2"/>
                </a:solidFill>
              </a:rPr>
              <a:t>achieve</a:t>
            </a:r>
            <a:r>
              <a:rPr lang="zh-CN" altLang="en-US" sz="1700" dirty="0">
                <a:solidFill>
                  <a:schemeClr val="lt2"/>
                </a:solidFill>
              </a:rPr>
              <a:t> </a:t>
            </a:r>
            <a:r>
              <a:rPr lang="zh-CN" sz="1700" dirty="0">
                <a:solidFill>
                  <a:schemeClr val="lt2"/>
                </a:solidFill>
              </a:rPr>
              <a:t>practical</a:t>
            </a:r>
            <a:r>
              <a:rPr lang="en-US" altLang="zh-CN" sz="1700" dirty="0" err="1">
                <a:solidFill>
                  <a:schemeClr val="lt2"/>
                </a:solidFill>
              </a:rPr>
              <a:t>ity</a:t>
            </a:r>
            <a:r>
              <a:rPr lang="zh-CN" altLang="en-US" sz="1700" dirty="0">
                <a:solidFill>
                  <a:schemeClr val="lt2"/>
                </a:solidFill>
              </a:rPr>
              <a:t> </a:t>
            </a:r>
            <a:r>
              <a:rPr lang="en-US" altLang="zh-CN" sz="1700" dirty="0">
                <a:solidFill>
                  <a:schemeClr val="lt2"/>
                </a:solidFill>
              </a:rPr>
              <a:t>and</a:t>
            </a:r>
            <a:r>
              <a:rPr lang="zh-CN" altLang="en-US" sz="1700" dirty="0">
                <a:solidFill>
                  <a:schemeClr val="lt2"/>
                </a:solidFill>
              </a:rPr>
              <a:t> </a:t>
            </a:r>
            <a:r>
              <a:rPr lang="zh-CN" sz="1700" dirty="0">
                <a:solidFill>
                  <a:schemeClr val="lt2"/>
                </a:solidFill>
              </a:rPr>
              <a:t>aesthetic</a:t>
            </a:r>
            <a:r>
              <a:rPr lang="en-US" altLang="zh-CN" sz="1700" dirty="0">
                <a:solidFill>
                  <a:schemeClr val="lt2"/>
                </a:solidFill>
              </a:rPr>
              <a:t>s,</a:t>
            </a:r>
            <a:r>
              <a:rPr lang="zh-CN" altLang="en-US" sz="1700" dirty="0">
                <a:solidFill>
                  <a:schemeClr val="lt2"/>
                </a:solidFill>
              </a:rPr>
              <a:t> </a:t>
            </a:r>
            <a:r>
              <a:rPr lang="en-US" altLang="zh-CN" sz="1700" dirty="0">
                <a:solidFill>
                  <a:schemeClr val="lt2"/>
                </a:solidFill>
              </a:rPr>
              <a:t>and</a:t>
            </a:r>
            <a:r>
              <a:rPr lang="zh-CN" altLang="en-US" sz="1700" dirty="0">
                <a:solidFill>
                  <a:schemeClr val="lt2"/>
                </a:solidFill>
              </a:rPr>
              <a:t> </a:t>
            </a:r>
            <a:r>
              <a:rPr lang="en-US" altLang="zh-CN" sz="1700" dirty="0">
                <a:solidFill>
                  <a:schemeClr val="lt2"/>
                </a:solidFill>
              </a:rPr>
              <a:t>design</a:t>
            </a:r>
            <a:r>
              <a:rPr lang="zh-CN" sz="1700" dirty="0">
                <a:solidFill>
                  <a:schemeClr val="lt2"/>
                </a:solidFill>
              </a:rPr>
              <a:t> co</a:t>
            </a:r>
            <a:r>
              <a:rPr lang="en-US" altLang="zh-CN" sz="1700" dirty="0" err="1">
                <a:solidFill>
                  <a:schemeClr val="lt2"/>
                </a:solidFill>
              </a:rPr>
              <a:t>rresponding</a:t>
            </a:r>
            <a:r>
              <a:rPr lang="zh-CN" altLang="en-US" sz="1700" dirty="0">
                <a:solidFill>
                  <a:schemeClr val="lt2"/>
                </a:solidFill>
              </a:rPr>
              <a:t> </a:t>
            </a:r>
            <a:r>
              <a:rPr lang="en-US" altLang="zh-CN" sz="1700" dirty="0">
                <a:solidFill>
                  <a:schemeClr val="lt2"/>
                </a:solidFill>
              </a:rPr>
              <a:t>le</a:t>
            </a:r>
            <a:r>
              <a:rPr lang="zh-CN" sz="1700" dirty="0">
                <a:solidFill>
                  <a:schemeClr val="lt2"/>
                </a:solidFill>
              </a:rPr>
              <a:t>nse</a:t>
            </a:r>
            <a:r>
              <a:rPr lang="en-US" altLang="zh-CN" sz="1700" dirty="0">
                <a:solidFill>
                  <a:schemeClr val="lt2"/>
                </a:solidFill>
              </a:rPr>
              <a:t>s</a:t>
            </a:r>
            <a:r>
              <a:rPr lang="zh-CN" altLang="en-US" sz="1700" dirty="0">
                <a:solidFill>
                  <a:schemeClr val="lt2"/>
                </a:solidFill>
              </a:rPr>
              <a:t> </a:t>
            </a:r>
            <a:r>
              <a:rPr lang="en-US" altLang="zh-CN" sz="1700" dirty="0">
                <a:solidFill>
                  <a:schemeClr val="lt2"/>
                </a:solidFill>
              </a:rPr>
              <a:t>base</a:t>
            </a:r>
            <a:r>
              <a:rPr lang="zh-CN" sz="1700" dirty="0">
                <a:solidFill>
                  <a:schemeClr val="lt2"/>
                </a:solidFill>
              </a:rPr>
              <a:t>d</a:t>
            </a:r>
            <a:r>
              <a:rPr lang="zh-CN" altLang="en-US" sz="1700" dirty="0">
                <a:solidFill>
                  <a:schemeClr val="lt2"/>
                </a:solidFill>
              </a:rPr>
              <a:t> </a:t>
            </a:r>
            <a:r>
              <a:rPr lang="en-US" altLang="zh-CN" sz="1700" dirty="0">
                <a:solidFill>
                  <a:schemeClr val="lt2"/>
                </a:solidFill>
              </a:rPr>
              <a:t>on</a:t>
            </a:r>
            <a:r>
              <a:rPr lang="zh-CN" altLang="en-US" sz="1700" dirty="0">
                <a:solidFill>
                  <a:schemeClr val="lt2"/>
                </a:solidFill>
              </a:rPr>
              <a:t> </a:t>
            </a:r>
            <a:r>
              <a:rPr lang="en-US" altLang="zh-CN" sz="1700" dirty="0">
                <a:solidFill>
                  <a:schemeClr val="lt2"/>
                </a:solidFill>
              </a:rPr>
              <a:t>the</a:t>
            </a:r>
            <a:r>
              <a:rPr lang="zh-CN" altLang="en-US" sz="1700" dirty="0">
                <a:solidFill>
                  <a:schemeClr val="lt2"/>
                </a:solidFill>
              </a:rPr>
              <a:t> </a:t>
            </a:r>
            <a:r>
              <a:rPr lang="en-US" altLang="zh-CN" sz="1700" dirty="0">
                <a:solidFill>
                  <a:schemeClr val="lt2"/>
                </a:solidFill>
              </a:rPr>
              <a:t>above</a:t>
            </a:r>
            <a:r>
              <a:rPr lang="zh-CN" altLang="en-US" sz="1700" dirty="0">
                <a:solidFill>
                  <a:schemeClr val="lt2"/>
                </a:solidFill>
              </a:rPr>
              <a:t> </a:t>
            </a:r>
            <a:r>
              <a:rPr lang="zh-CN" sz="1700" dirty="0">
                <a:solidFill>
                  <a:schemeClr val="lt2"/>
                </a:solidFill>
              </a:rPr>
              <a:t>e</a:t>
            </a:r>
            <a:r>
              <a:rPr lang="en-US" altLang="zh-CN" sz="1700" dirty="0">
                <a:solidFill>
                  <a:schemeClr val="lt2"/>
                </a:solidFill>
              </a:rPr>
              <a:t>x</a:t>
            </a:r>
            <a:r>
              <a:rPr lang="zh-CN" sz="1700" dirty="0">
                <a:solidFill>
                  <a:schemeClr val="lt2"/>
                </a:solidFill>
              </a:rPr>
              <a:t>p</a:t>
            </a:r>
            <a:r>
              <a:rPr lang="en-US" altLang="zh-CN" sz="1700" dirty="0" err="1">
                <a:solidFill>
                  <a:schemeClr val="lt2"/>
                </a:solidFill>
              </a:rPr>
              <a:t>ansi</a:t>
            </a:r>
            <a:r>
              <a:rPr lang="zh-CN" sz="1700" dirty="0">
                <a:solidFill>
                  <a:schemeClr val="lt2"/>
                </a:solidFill>
              </a:rPr>
              <a:t>o</a:t>
            </a:r>
            <a:r>
              <a:rPr lang="en-US" altLang="zh-CN" sz="1700" dirty="0">
                <a:solidFill>
                  <a:schemeClr val="lt2"/>
                </a:solidFill>
              </a:rPr>
              <a:t>n</a:t>
            </a:r>
            <a:r>
              <a:rPr lang="zh-CN" altLang="en-US" sz="1700" dirty="0">
                <a:solidFill>
                  <a:schemeClr val="lt2"/>
                </a:solidFill>
              </a:rPr>
              <a:t> </a:t>
            </a:r>
            <a:r>
              <a:rPr lang="en-US" altLang="zh-CN" sz="1700" dirty="0" err="1">
                <a:solidFill>
                  <a:schemeClr val="lt2"/>
                </a:solidFill>
              </a:rPr>
              <a:t>sc</a:t>
            </a:r>
            <a:r>
              <a:rPr lang="zh-CN" sz="1700" dirty="0">
                <a:solidFill>
                  <a:schemeClr val="lt2"/>
                </a:solidFill>
              </a:rPr>
              <a:t>en</a:t>
            </a:r>
            <a:r>
              <a:rPr lang="en-US" altLang="zh-CN" sz="1700" dirty="0" err="1">
                <a:solidFill>
                  <a:schemeClr val="lt2"/>
                </a:solidFill>
              </a:rPr>
              <a:t>ario</a:t>
            </a:r>
            <a:r>
              <a:rPr lang="zh-CN" sz="1700" dirty="0">
                <a:solidFill>
                  <a:schemeClr val="lt2"/>
                </a:solidFill>
              </a:rPr>
              <a:t>s</a:t>
            </a:r>
            <a:endParaRPr lang="zh-CN" dirty="0">
              <a:solidFill>
                <a:schemeClr val="lt2"/>
              </a:solidFill>
            </a:endParaRPr>
          </a:p>
        </p:txBody>
      </p:sp>
      <p:sp>
        <p:nvSpPr>
          <p:cNvPr id="2" name="Slide Number Placeholder 1">
            <a:extLst>
              <a:ext uri="{FF2B5EF4-FFF2-40B4-BE49-F238E27FC236}">
                <a16:creationId xmlns:a16="http://schemas.microsoft.com/office/drawing/2014/main" id="{B7A8F7B0-4F39-680D-BC98-E00892944EC3}"/>
              </a:ext>
            </a:extLst>
          </p:cNvPr>
          <p:cNvSpPr>
            <a:spLocks noGrp="1"/>
          </p:cNvSpPr>
          <p:nvPr>
            <p:ph type="sldNum" idx="12"/>
          </p:nvPr>
        </p:nvSpPr>
        <p:spPr/>
        <p:txBody>
          <a:bodyPr/>
          <a:lstStyle/>
          <a:p>
            <a:fld id="{00000000-1234-1234-1234-123412341234}" type="slidenum">
              <a:rPr lang="en-US" altLang="zh-CN"/>
              <a:t>38</a:t>
            </a:fld>
            <a:endParaRPr lang="en-US"/>
          </a:p>
        </p:txBody>
      </p:sp>
    </p:spTree>
    <p:extLst>
      <p:ext uri="{BB962C8B-B14F-4D97-AF65-F5344CB8AC3E}">
        <p14:creationId xmlns:p14="http://schemas.microsoft.com/office/powerpoint/2010/main" val="3336693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3CD5BDFB-C21F-4451-1595-20A75CFE38CB}"/>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E47CFFD0-C491-2DEB-FA63-BCD4FB0AC856}"/>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t>References</a:t>
            </a:r>
          </a:p>
        </p:txBody>
      </p:sp>
      <p:sp>
        <p:nvSpPr>
          <p:cNvPr id="553" name="Google Shape;553;p93">
            <a:extLst>
              <a:ext uri="{FF2B5EF4-FFF2-40B4-BE49-F238E27FC236}">
                <a16:creationId xmlns:a16="http://schemas.microsoft.com/office/drawing/2014/main" id="{F7B9E229-E939-EE13-4CE3-40AEB2D15BA5}"/>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4954A4B2-4BED-D914-43FE-1C5512539855}"/>
              </a:ext>
            </a:extLst>
          </p:cNvPr>
          <p:cNvSpPr txBox="1"/>
          <p:nvPr/>
        </p:nvSpPr>
        <p:spPr>
          <a:xfrm>
            <a:off x="638663" y="745712"/>
            <a:ext cx="7886700" cy="3656787"/>
          </a:xfrm>
          <a:prstGeom prst="rect">
            <a:avLst/>
          </a:prstGeom>
          <a:noFill/>
          <a:ln>
            <a:noFill/>
          </a:ln>
        </p:spPr>
        <p:txBody>
          <a:bodyPr spcFirstLastPara="1" wrap="square" lIns="91425" tIns="91425" rIns="91425" bIns="91425" anchor="t" anchorCtr="0">
            <a:noAutofit/>
          </a:bodyPr>
          <a:lstStyle/>
          <a:p>
            <a:r>
              <a:rPr lang="en-US" sz="1000">
                <a:latin typeface="Times New Roman"/>
                <a:cs typeface="Times New Roman"/>
              </a:rPr>
              <a:t>Acconeer AB. (n.d.). </a:t>
            </a:r>
            <a:r>
              <a:rPr lang="en-US" sz="1000" i="1"/>
              <a:t>A121 - Pulsed coherent radar (PCR) datasheet </a:t>
            </a:r>
            <a:r>
              <a:rPr lang="en-US" sz="1000">
                <a:latin typeface="Times New Roman"/>
                <a:cs typeface="Times New Roman"/>
              </a:rPr>
              <a:t>(v1.8). Retrieved from </a:t>
            </a:r>
          </a:p>
          <a:p>
            <a:r>
              <a:rPr lang="en-US" sz="1000">
                <a:solidFill>
                  <a:srgbClr val="0000FF"/>
                </a:solidFill>
                <a:latin typeface="Times New Roman"/>
                <a:cs typeface="Times New Roman"/>
                <a:hlinkClick r:id="rId3"/>
              </a:rPr>
              <a:t>https://developer.acconeer.com/</a:t>
            </a:r>
            <a:r>
              <a:rPr lang="en-US" sz="1000">
                <a:solidFill>
                  <a:srgbClr val="0000FF"/>
                </a:solidFill>
                <a:latin typeface="Times New Roman"/>
                <a:cs typeface="Times New Roman"/>
              </a:rPr>
              <a:t> </a:t>
            </a:r>
          </a:p>
          <a:p>
            <a:endParaRPr lang="en-US" sz="1000">
              <a:latin typeface="Times New Roman"/>
              <a:cs typeface="Times New Roman"/>
            </a:endParaRPr>
          </a:p>
          <a:p>
            <a:r>
              <a:rPr lang="en-US" sz="1000">
                <a:latin typeface="Times New Roman"/>
                <a:cs typeface="Times New Roman"/>
              </a:rPr>
              <a:t>Acconeer AB. (n.d.). </a:t>
            </a:r>
            <a:r>
              <a:rPr lang="en-US" sz="1000" i="1"/>
              <a:t>Entry+ module EVK hardware user guide - XE125</a:t>
            </a:r>
            <a:r>
              <a:rPr lang="en-US" sz="1000">
                <a:latin typeface="Times New Roman"/>
                <a:cs typeface="Times New Roman"/>
              </a:rPr>
              <a:t>. Retrieved from </a:t>
            </a:r>
          </a:p>
          <a:p>
            <a:r>
              <a:rPr lang="en-US" sz="1000">
                <a:solidFill>
                  <a:srgbClr val="0000FF"/>
                </a:solidFill>
                <a:latin typeface="Times New Roman"/>
                <a:cs typeface="Times New Roman"/>
                <a:hlinkClick r:id="rId3"/>
              </a:rPr>
              <a:t>https://developer.acconeer.com/</a:t>
            </a:r>
            <a:r>
              <a:rPr lang="en-US" sz="1000">
                <a:solidFill>
                  <a:srgbClr val="0000FF"/>
                </a:solidFill>
                <a:latin typeface="Times New Roman"/>
                <a:cs typeface="Times New Roman"/>
              </a:rPr>
              <a:t> </a:t>
            </a:r>
            <a:endParaRPr lang="en-US"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Acconeer AB. (n.d.). </a:t>
            </a:r>
            <a:r>
              <a:rPr lang="en-US" sz="1000" i="1"/>
              <a:t>Entry+ module XM125 datasheet </a:t>
            </a:r>
            <a:r>
              <a:rPr lang="en-US" sz="1000">
                <a:latin typeface="Times New Roman"/>
                <a:cs typeface="Times New Roman"/>
              </a:rPr>
              <a:t>(v1.2). Retrieved from </a:t>
            </a:r>
            <a:r>
              <a:rPr lang="en-US" sz="1000">
                <a:solidFill>
                  <a:srgbClr val="0000FF"/>
                </a:solidFill>
                <a:latin typeface="Times New Roman"/>
                <a:cs typeface="Times New Roman"/>
                <a:hlinkClick r:id="rId3"/>
              </a:rPr>
              <a:t>https://developer.acconeer.com/</a:t>
            </a:r>
            <a:r>
              <a:rPr lang="en-US" sz="1000">
                <a:solidFill>
                  <a:srgbClr val="0000FF"/>
                </a:solidFill>
                <a:latin typeface="Times New Roman"/>
                <a:cs typeface="Times New Roman"/>
              </a:rPr>
              <a:t> </a:t>
            </a:r>
          </a:p>
          <a:p>
            <a:endParaRPr lang="en-US" sz="1000">
              <a:latin typeface="Times New Roman"/>
              <a:cs typeface="Times New Roman"/>
            </a:endParaRPr>
          </a:p>
          <a:p>
            <a:r>
              <a:rPr lang="en-US" sz="1000">
                <a:latin typeface="Times New Roman"/>
                <a:cs typeface="Times New Roman"/>
              </a:rPr>
              <a:t>Acconeer AB. (n.d.). </a:t>
            </a:r>
            <a:r>
              <a:rPr lang="en-US" sz="1000" i="1"/>
              <a:t>Hardware and physical integration guideline PCR sensors A111 &amp; A121</a:t>
            </a:r>
            <a:r>
              <a:rPr lang="en-US" sz="1000">
                <a:latin typeface="Times New Roman"/>
                <a:cs typeface="Times New Roman"/>
              </a:rPr>
              <a:t>. Retrieved from </a:t>
            </a:r>
          </a:p>
          <a:p>
            <a:r>
              <a:rPr lang="en-US" sz="1000">
                <a:solidFill>
                  <a:srgbClr val="0000FF"/>
                </a:solidFill>
                <a:latin typeface="Times New Roman"/>
                <a:cs typeface="Times New Roman"/>
                <a:hlinkClick r:id="rId3"/>
              </a:rPr>
              <a:t>https://developer.acconeer.com/</a:t>
            </a:r>
            <a:r>
              <a:rPr lang="en-US" sz="1000">
                <a:solidFill>
                  <a:srgbClr val="0000FF"/>
                </a:solidFill>
                <a:latin typeface="Times New Roman"/>
                <a:cs typeface="Times New Roman"/>
              </a:rPr>
              <a:t> </a:t>
            </a:r>
            <a:endParaRPr lang="en-US"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Acconeer AB. (n.d.). </a:t>
            </a:r>
            <a:r>
              <a:rPr lang="en-US" sz="1000" i="1"/>
              <a:t>XM125 software user guide</a:t>
            </a:r>
            <a:r>
              <a:rPr lang="en-US" sz="1000">
                <a:latin typeface="Times New Roman"/>
                <a:cs typeface="Times New Roman"/>
              </a:rPr>
              <a:t>. Retrieved from </a:t>
            </a:r>
            <a:r>
              <a:rPr lang="en-US" sz="1000">
                <a:solidFill>
                  <a:srgbClr val="0000FF"/>
                </a:solidFill>
                <a:latin typeface="Times New Roman"/>
                <a:cs typeface="Times New Roman"/>
                <a:hlinkClick r:id="rId3"/>
              </a:rPr>
              <a:t>https://developer.acconeer.com/</a:t>
            </a:r>
            <a:r>
              <a:rPr lang="en-US" sz="1000">
                <a:solidFill>
                  <a:srgbClr val="0000FF"/>
                </a:solidFill>
                <a:latin typeface="Times New Roman"/>
                <a:cs typeface="Times New Roman"/>
              </a:rPr>
              <a:t> </a:t>
            </a:r>
            <a:endParaRPr lang="zh-CN" altLang="en-US"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Onsemi. (n.d.). </a:t>
            </a:r>
            <a:r>
              <a:rPr lang="en-US" sz="1000" i="1"/>
              <a:t>NCP167 700 mA, ultra-low noise and high PSRR LDO regulator datasheet</a:t>
            </a:r>
            <a:r>
              <a:rPr lang="en-US" sz="1000">
                <a:latin typeface="Times New Roman"/>
                <a:cs typeface="Times New Roman"/>
              </a:rPr>
              <a:t>. Retrieved from </a:t>
            </a:r>
          </a:p>
          <a:p>
            <a:r>
              <a:rPr lang="en-US" sz="1000">
                <a:solidFill>
                  <a:srgbClr val="0000FF"/>
                </a:solidFill>
                <a:latin typeface="Times New Roman"/>
                <a:cs typeface="Times New Roman"/>
                <a:hlinkClick r:id="rId4"/>
              </a:rPr>
              <a:t>https://www.onsemi.com/</a:t>
            </a:r>
            <a:r>
              <a:rPr lang="en-US" sz="1000">
                <a:solidFill>
                  <a:srgbClr val="0000FF"/>
                </a:solidFill>
                <a:latin typeface="Times New Roman"/>
                <a:cs typeface="Times New Roman"/>
              </a:rPr>
              <a:t> </a:t>
            </a:r>
            <a:endParaRPr lang="en-US"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Silicon Laboratories. (n.d.). </a:t>
            </a:r>
            <a:r>
              <a:rPr lang="en-US" sz="1000" i="1"/>
              <a:t>CP2105 single-chip USB to dual UART bridge datasheet</a:t>
            </a:r>
            <a:r>
              <a:rPr lang="en-US" sz="1000">
                <a:latin typeface="Times New Roman"/>
                <a:cs typeface="Times New Roman"/>
              </a:rPr>
              <a:t>. Retrieved from </a:t>
            </a:r>
          </a:p>
          <a:p>
            <a:r>
              <a:rPr lang="en-US" sz="1000">
                <a:solidFill>
                  <a:srgbClr val="0000FF"/>
                </a:solidFill>
                <a:latin typeface="Times New Roman"/>
                <a:cs typeface="Times New Roman"/>
                <a:hlinkClick r:id="rId5"/>
              </a:rPr>
              <a:t>https://www.silabs.com/</a:t>
            </a:r>
            <a:r>
              <a:rPr lang="en-US" sz="1000">
                <a:solidFill>
                  <a:srgbClr val="0000FF"/>
                </a:solidFill>
                <a:latin typeface="Times New Roman"/>
                <a:cs typeface="Times New Roman"/>
              </a:rPr>
              <a:t> </a:t>
            </a:r>
            <a:endParaRPr lang="zh-CN"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STMicroelectronics. (2025). </a:t>
            </a:r>
            <a:r>
              <a:rPr lang="en-US" sz="1000" i="1"/>
              <a:t>STM32WBA6xxx datasheet </a:t>
            </a:r>
            <a:r>
              <a:rPr lang="en-US" sz="1000">
                <a:latin typeface="Times New Roman"/>
                <a:cs typeface="Times New Roman"/>
              </a:rPr>
              <a:t>(DS14736 Rev 3). Retrieved from </a:t>
            </a:r>
            <a:r>
              <a:rPr lang="en-US" sz="1000">
                <a:solidFill>
                  <a:srgbClr val="0000FF"/>
                </a:solidFill>
                <a:latin typeface="Times New Roman"/>
                <a:cs typeface="Times New Roman"/>
                <a:hlinkClick r:id="rId6"/>
              </a:rPr>
              <a:t>https://www.st.com/</a:t>
            </a:r>
            <a:r>
              <a:rPr lang="en-US" sz="1000">
                <a:solidFill>
                  <a:srgbClr val="0000FF"/>
                </a:solidFill>
                <a:latin typeface="Times New Roman"/>
                <a:cs typeface="Times New Roman"/>
              </a:rPr>
              <a:t> </a:t>
            </a:r>
            <a:endParaRPr lang="zh-CN" altLang="en-US" sz="1000">
              <a:latin typeface="Times New Roman"/>
              <a:cs typeface="Times New Roman"/>
            </a:endParaRPr>
          </a:p>
          <a:p>
            <a:endParaRPr lang="en-US" sz="1000">
              <a:latin typeface="Times New Roman"/>
              <a:cs typeface="Times New Roman"/>
            </a:endParaRPr>
          </a:p>
          <a:p>
            <a:r>
              <a:rPr lang="en-US" sz="1000">
                <a:latin typeface="Times New Roman"/>
                <a:cs typeface="Times New Roman"/>
              </a:rPr>
              <a:t>STMicroelectronics. (n.d.). </a:t>
            </a:r>
            <a:r>
              <a:rPr lang="en-US" sz="1000" i="1"/>
              <a:t>AN5042 application note: How to calibrate the HSE clock for RF applications on </a:t>
            </a:r>
          </a:p>
          <a:p>
            <a:r>
              <a:rPr lang="en-US" sz="1000" i="1"/>
              <a:t>STM32 wireless MCUs</a:t>
            </a:r>
            <a:r>
              <a:rPr lang="en-US" sz="1000">
                <a:latin typeface="Times New Roman"/>
                <a:cs typeface="Times New Roman"/>
              </a:rPr>
              <a:t>. Retrieved from </a:t>
            </a:r>
            <a:r>
              <a:rPr lang="en-US" sz="1000">
                <a:solidFill>
                  <a:srgbClr val="0000FF"/>
                </a:solidFill>
                <a:latin typeface="Times New Roman"/>
                <a:cs typeface="Times New Roman"/>
                <a:hlinkClick r:id="rId6"/>
              </a:rPr>
              <a:t>https://www.st.com/</a:t>
            </a:r>
            <a:r>
              <a:rPr lang="en-US" sz="1000">
                <a:solidFill>
                  <a:srgbClr val="0000FF"/>
                </a:solidFill>
                <a:latin typeface="Times New Roman"/>
                <a:cs typeface="Times New Roman"/>
              </a:rPr>
              <a:t> </a:t>
            </a:r>
            <a:endParaRPr lang="en-US" sz="1000">
              <a:latin typeface="Times New Roman"/>
              <a:cs typeface="Times New Roman"/>
            </a:endParaRPr>
          </a:p>
          <a:p>
            <a:endParaRPr lang="en-US" sz="1700"/>
          </a:p>
          <a:p>
            <a:endParaRPr lang="en-US" sz="1000">
              <a:latin typeface="Times New Roman"/>
              <a:cs typeface="Times New Roman"/>
            </a:endParaRPr>
          </a:p>
        </p:txBody>
      </p:sp>
      <p:sp>
        <p:nvSpPr>
          <p:cNvPr id="2" name="Slide Number Placeholder 1">
            <a:extLst>
              <a:ext uri="{FF2B5EF4-FFF2-40B4-BE49-F238E27FC236}">
                <a16:creationId xmlns:a16="http://schemas.microsoft.com/office/drawing/2014/main" id="{1C83ED44-88B8-6D76-11DF-834E19021EB9}"/>
              </a:ext>
            </a:extLst>
          </p:cNvPr>
          <p:cNvSpPr>
            <a:spLocks noGrp="1"/>
          </p:cNvSpPr>
          <p:nvPr>
            <p:ph type="sldNum" idx="12"/>
          </p:nvPr>
        </p:nvSpPr>
        <p:spPr/>
        <p:txBody>
          <a:bodyPr/>
          <a:lstStyle/>
          <a:p>
            <a:fld id="{00000000-1234-1234-1234-123412341234}" type="slidenum">
              <a:rPr lang="en-US" altLang="zh-CN"/>
              <a:t>39</a:t>
            </a:fld>
            <a:endParaRPr lang="en-US"/>
          </a:p>
        </p:txBody>
      </p:sp>
    </p:spTree>
    <p:extLst>
      <p:ext uri="{BB962C8B-B14F-4D97-AF65-F5344CB8AC3E}">
        <p14:creationId xmlns:p14="http://schemas.microsoft.com/office/powerpoint/2010/main" val="3443334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92EA7272-849D-D8A3-79B2-5C19A87C72B6}"/>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34B19CB6-1045-79A4-68CC-77D01F4DDBA9}"/>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t>References</a:t>
            </a:r>
          </a:p>
        </p:txBody>
      </p:sp>
      <p:sp>
        <p:nvSpPr>
          <p:cNvPr id="553" name="Google Shape;553;p93">
            <a:extLst>
              <a:ext uri="{FF2B5EF4-FFF2-40B4-BE49-F238E27FC236}">
                <a16:creationId xmlns:a16="http://schemas.microsoft.com/office/drawing/2014/main" id="{C2888E57-BBDC-E917-A777-65AF0F3852ED}"/>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09891072-CBE9-23E5-457E-DF4949EBF7C2}"/>
              </a:ext>
            </a:extLst>
          </p:cNvPr>
          <p:cNvSpPr txBox="1"/>
          <p:nvPr/>
        </p:nvSpPr>
        <p:spPr>
          <a:xfrm>
            <a:off x="638663" y="745712"/>
            <a:ext cx="7886700" cy="3656787"/>
          </a:xfrm>
          <a:prstGeom prst="rect">
            <a:avLst/>
          </a:prstGeom>
          <a:noFill/>
          <a:ln>
            <a:noFill/>
          </a:ln>
        </p:spPr>
        <p:txBody>
          <a:bodyPr spcFirstLastPara="1" wrap="square" lIns="91425" tIns="91425" rIns="91425" bIns="91425" anchor="t" anchorCtr="0">
            <a:noAutofit/>
          </a:bodyPr>
          <a:lstStyle/>
          <a:p>
            <a:r>
              <a:rPr lang="en-US" sz="1000">
                <a:latin typeface="Times New Roman"/>
                <a:cs typeface="Times New Roman"/>
              </a:rPr>
              <a:t>STMicroelectronics. (n.d.). </a:t>
            </a:r>
            <a:r>
              <a:rPr lang="en-US" sz="1000" i="1"/>
              <a:t>AN5948 application note: How to develop RF hardware using STM32WBA MCUs</a:t>
            </a:r>
            <a:r>
              <a:rPr lang="en-US" sz="1000">
                <a:latin typeface="Times New Roman"/>
                <a:cs typeface="Times New Roman"/>
              </a:rPr>
              <a:t>. </a:t>
            </a:r>
            <a:endParaRPr lang="en-US"/>
          </a:p>
          <a:p>
            <a:r>
              <a:rPr lang="en-US" sz="1000">
                <a:latin typeface="Times New Roman"/>
                <a:cs typeface="Times New Roman"/>
              </a:rPr>
              <a:t>Retrieved from </a:t>
            </a:r>
            <a:r>
              <a:rPr lang="en-US" sz="1000">
                <a:solidFill>
                  <a:srgbClr val="0000FF"/>
                </a:solidFill>
                <a:latin typeface="Times New Roman"/>
                <a:cs typeface="Times New Roman"/>
                <a:hlinkClick r:id="rId3"/>
              </a:rPr>
              <a:t>https://www.st.com/</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STMicroelectronics. (n.d.). </a:t>
            </a:r>
            <a:r>
              <a:rPr lang="en-US" sz="1000" i="1"/>
              <a:t>MLPF-WB-04D3: 2.4 GHz low pass filter matched to STM32WB datasheet</a:t>
            </a:r>
            <a:r>
              <a:rPr lang="en-US" sz="1000">
                <a:latin typeface="Times New Roman"/>
                <a:cs typeface="Times New Roman"/>
              </a:rPr>
              <a:t>. </a:t>
            </a:r>
            <a:endParaRPr lang="en-US"/>
          </a:p>
          <a:p>
            <a:r>
              <a:rPr lang="en-US" sz="1000">
                <a:latin typeface="Times New Roman"/>
                <a:cs typeface="Times New Roman"/>
              </a:rPr>
              <a:t>Retrieved from </a:t>
            </a:r>
            <a:r>
              <a:rPr lang="en-US" sz="1000">
                <a:solidFill>
                  <a:srgbClr val="0000FF"/>
                </a:solidFill>
                <a:latin typeface="Times New Roman"/>
                <a:cs typeface="Times New Roman"/>
                <a:hlinkClick r:id="rId3"/>
              </a:rPr>
              <a:t>https://www.st.com/</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STMicroelectronics. (n.d.). </a:t>
            </a:r>
            <a:r>
              <a:rPr lang="en-US" sz="1000" i="1"/>
              <a:t>RM0515 reference manual: STM32WBA6xxx advanced Arm®-based 32-bit MCUs</a:t>
            </a:r>
            <a:r>
              <a:rPr lang="en-US" sz="1000">
                <a:latin typeface="Times New Roman"/>
                <a:cs typeface="Times New Roman"/>
              </a:rPr>
              <a:t>. </a:t>
            </a:r>
            <a:endParaRPr lang="en-US"/>
          </a:p>
          <a:p>
            <a:r>
              <a:rPr lang="en-US" sz="1000">
                <a:latin typeface="Times New Roman"/>
                <a:cs typeface="Times New Roman"/>
              </a:rPr>
              <a:t>Retrieved from </a:t>
            </a:r>
            <a:r>
              <a:rPr lang="en-US" sz="1000">
                <a:solidFill>
                  <a:srgbClr val="0000FF"/>
                </a:solidFill>
                <a:latin typeface="Times New Roman"/>
                <a:cs typeface="Times New Roman"/>
                <a:hlinkClick r:id="rId3"/>
              </a:rPr>
              <a:t>https://www.st.com/</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Texas Instruments. (n.d.). </a:t>
            </a:r>
            <a:r>
              <a:rPr lang="en-US" sz="1000" i="1"/>
              <a:t>BQ25176 800-mA linear battery charger datasheet</a:t>
            </a:r>
            <a:r>
              <a:rPr lang="en-US" sz="1000">
                <a:latin typeface="Times New Roman"/>
                <a:cs typeface="Times New Roman"/>
              </a:rPr>
              <a:t>. Retrieved from </a:t>
            </a:r>
            <a:endParaRPr lang="en-US"/>
          </a:p>
          <a:p>
            <a:r>
              <a:rPr lang="en-US" sz="1000">
                <a:solidFill>
                  <a:srgbClr val="0000FF"/>
                </a:solidFill>
                <a:latin typeface="Times New Roman"/>
                <a:cs typeface="Times New Roman"/>
                <a:hlinkClick r:id="rId4"/>
              </a:rPr>
              <a:t>https://www.ti.com/</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Hu, H., Huang, H., Li, M., Gao, X., Yin, L., Qi, R., Wu, R. S., Chen, X., Ma, Y., Shi, K., Li, C., Maus, T. M., </a:t>
            </a:r>
            <a:endParaRPr lang="en-US"/>
          </a:p>
          <a:p>
            <a:r>
              <a:rPr lang="en-US" sz="1000">
                <a:latin typeface="Times New Roman"/>
                <a:cs typeface="Times New Roman"/>
              </a:rPr>
              <a:t>Huang, B. K., Lu, C., Lin, M., Zhou, S., Lou, Z., Gu, Y., Chen, Y., ... Xu, S. (2023). A wearable cardiac </a:t>
            </a:r>
            <a:endParaRPr lang="en-US"/>
          </a:p>
          <a:p>
            <a:r>
              <a:rPr lang="en-US" sz="1000">
                <a:latin typeface="Times New Roman"/>
                <a:cs typeface="Times New Roman"/>
              </a:rPr>
              <a:t>ultrasound imager. </a:t>
            </a:r>
            <a:r>
              <a:rPr lang="en-US" sz="1000" i="1"/>
              <a:t>Nature</a:t>
            </a:r>
            <a:r>
              <a:rPr lang="en-US" sz="1000">
                <a:latin typeface="Times New Roman"/>
                <a:cs typeface="Times New Roman"/>
              </a:rPr>
              <a:t>. </a:t>
            </a:r>
            <a:r>
              <a:rPr lang="en-US" sz="1000">
                <a:solidFill>
                  <a:srgbClr val="0000FF"/>
                </a:solidFill>
                <a:latin typeface="Times New Roman"/>
                <a:cs typeface="Times New Roman"/>
                <a:hlinkClick r:id="rId5"/>
              </a:rPr>
              <a:t>https://doi.org/10.1038/s41586-022-05498-z</a:t>
            </a:r>
            <a:r>
              <a:rPr lang="en-US" sz="1000">
                <a:solidFill>
                  <a:srgbClr val="0000FF"/>
                </a:solidFill>
                <a:latin typeface="Times New Roman"/>
                <a:cs typeface="Times New Roman"/>
              </a:rPr>
              <a:t> </a:t>
            </a:r>
            <a:endParaRPr lang="zh-CN"/>
          </a:p>
          <a:p>
            <a:endParaRPr lang="en-US" sz="1000">
              <a:solidFill>
                <a:srgbClr val="0000FF"/>
              </a:solidFill>
              <a:latin typeface="Times New Roman"/>
              <a:cs typeface="Times New Roman"/>
            </a:endParaRPr>
          </a:p>
          <a:p>
            <a:r>
              <a:rPr lang="en-US" sz="1000">
                <a:latin typeface="Times New Roman"/>
                <a:cs typeface="Times New Roman"/>
              </a:rPr>
              <a:t>Ikram, M. Z., Ahmad, A., &amp; Wang, D. (2018). </a:t>
            </a:r>
            <a:r>
              <a:rPr lang="en-US" sz="1000" i="1"/>
              <a:t>High-accuracy distance measurement using millimeter-wave </a:t>
            </a:r>
            <a:endParaRPr lang="en-US"/>
          </a:p>
          <a:p>
            <a:r>
              <a:rPr lang="en-US" sz="1000" i="1"/>
              <a:t>radar</a:t>
            </a:r>
            <a:r>
              <a:rPr lang="en-US" sz="1000">
                <a:latin typeface="Times New Roman"/>
                <a:cs typeface="Times New Roman"/>
              </a:rPr>
              <a:t>. </a:t>
            </a:r>
            <a:endParaRPr lang="en-US"/>
          </a:p>
          <a:p>
            <a:r>
              <a:rPr lang="en-US" sz="1000">
                <a:latin typeface="Times New Roman"/>
                <a:cs typeface="Times New Roman"/>
              </a:rPr>
              <a:t>Kenny, J. S. (2024). Wearable ultrasound for continuous deep-tissue monitoring. </a:t>
            </a:r>
            <a:r>
              <a:rPr lang="en-US" sz="1000" i="1"/>
              <a:t>Nature Biotechnology</a:t>
            </a:r>
            <a:r>
              <a:rPr lang="en-US" sz="1000">
                <a:latin typeface="Times New Roman"/>
                <a:cs typeface="Times New Roman"/>
              </a:rPr>
              <a:t>. </a:t>
            </a:r>
            <a:endParaRPr lang="en-US"/>
          </a:p>
          <a:p>
            <a:r>
              <a:rPr lang="en-US" sz="1000">
                <a:solidFill>
                  <a:srgbClr val="0000FF"/>
                </a:solidFill>
                <a:latin typeface="Times New Roman"/>
                <a:cs typeface="Times New Roman"/>
                <a:hlinkClick r:id="rId6"/>
              </a:rPr>
              <a:t>https://doi.org/10.1038/s41587-023-02098-8</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La, T., &amp; Le, L. H. (2022). Flexible and wearable ultrasound device for medical applications: A review on </a:t>
            </a:r>
            <a:endParaRPr lang="en-US"/>
          </a:p>
          <a:p>
            <a:r>
              <a:rPr lang="en-US" sz="1000">
                <a:latin typeface="Times New Roman"/>
                <a:cs typeface="Times New Roman"/>
              </a:rPr>
              <a:t>materials, structural designs, and current challenges. </a:t>
            </a:r>
            <a:r>
              <a:rPr lang="en-US" sz="1000" i="1"/>
              <a:t>Advanced Materials Technologies</a:t>
            </a:r>
            <a:r>
              <a:rPr lang="en-US" sz="1000">
                <a:latin typeface="Times New Roman"/>
                <a:cs typeface="Times New Roman"/>
              </a:rPr>
              <a:t>. </a:t>
            </a:r>
            <a:endParaRPr lang="en-US"/>
          </a:p>
          <a:p>
            <a:r>
              <a:rPr lang="en-US" sz="1000">
                <a:solidFill>
                  <a:srgbClr val="0000FF"/>
                </a:solidFill>
                <a:latin typeface="Times New Roman"/>
                <a:cs typeface="Times New Roman"/>
                <a:hlinkClick r:id="rId7"/>
              </a:rPr>
              <a:t>https://doi.org/10.1002/admt.202100798</a:t>
            </a:r>
            <a:r>
              <a:rPr lang="en-US" sz="1000">
                <a:solidFill>
                  <a:srgbClr val="0000FF"/>
                </a:solidFill>
                <a:latin typeface="Times New Roman"/>
                <a:cs typeface="Times New Roman"/>
              </a:rPr>
              <a:t> </a:t>
            </a:r>
            <a:endParaRPr lang="zh-CN"/>
          </a:p>
          <a:p>
            <a:endParaRPr lang="en-US" sz="1000">
              <a:solidFill>
                <a:srgbClr val="0000FF"/>
              </a:solidFill>
              <a:latin typeface="Times New Roman"/>
              <a:cs typeface="Times New Roman"/>
            </a:endParaRPr>
          </a:p>
          <a:p>
            <a:endParaRPr lang="en-US" sz="1000">
              <a:latin typeface="Times New Roman"/>
              <a:cs typeface="Times New Roman"/>
            </a:endParaRPr>
          </a:p>
          <a:p>
            <a:endParaRPr lang="en-US" sz="1000">
              <a:latin typeface="Times New Roman"/>
              <a:cs typeface="Times New Roman"/>
            </a:endParaRPr>
          </a:p>
        </p:txBody>
      </p:sp>
      <p:sp>
        <p:nvSpPr>
          <p:cNvPr id="2" name="Slide Number Placeholder 1">
            <a:extLst>
              <a:ext uri="{FF2B5EF4-FFF2-40B4-BE49-F238E27FC236}">
                <a16:creationId xmlns:a16="http://schemas.microsoft.com/office/drawing/2014/main" id="{EC3DD03A-929D-5171-F7A2-0CCA80AE2B51}"/>
              </a:ext>
            </a:extLst>
          </p:cNvPr>
          <p:cNvSpPr>
            <a:spLocks noGrp="1"/>
          </p:cNvSpPr>
          <p:nvPr>
            <p:ph type="sldNum" idx="12"/>
          </p:nvPr>
        </p:nvSpPr>
        <p:spPr/>
        <p:txBody>
          <a:bodyPr/>
          <a:lstStyle/>
          <a:p>
            <a:fld id="{00000000-1234-1234-1234-123412341234}" type="slidenum">
              <a:rPr lang="en-US" altLang="zh-CN"/>
              <a:t>40</a:t>
            </a:fld>
            <a:endParaRPr lang="en-US"/>
          </a:p>
        </p:txBody>
      </p:sp>
    </p:spTree>
    <p:extLst>
      <p:ext uri="{BB962C8B-B14F-4D97-AF65-F5344CB8AC3E}">
        <p14:creationId xmlns:p14="http://schemas.microsoft.com/office/powerpoint/2010/main" val="3405593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BF0CB1A6-2A3A-C67F-AED4-A33101D09317}"/>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1E69892F-4CB3-F80E-B7EA-507097EE27CC}"/>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t>References</a:t>
            </a:r>
          </a:p>
        </p:txBody>
      </p:sp>
      <p:sp>
        <p:nvSpPr>
          <p:cNvPr id="553" name="Google Shape;553;p93">
            <a:extLst>
              <a:ext uri="{FF2B5EF4-FFF2-40B4-BE49-F238E27FC236}">
                <a16:creationId xmlns:a16="http://schemas.microsoft.com/office/drawing/2014/main" id="{6B9C4DA1-FA35-518E-02CE-0841F55B4846}"/>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B1F972F0-C55A-E0A6-75EB-B344573A939A}"/>
              </a:ext>
            </a:extLst>
          </p:cNvPr>
          <p:cNvSpPr txBox="1"/>
          <p:nvPr/>
        </p:nvSpPr>
        <p:spPr>
          <a:xfrm>
            <a:off x="638663" y="745712"/>
            <a:ext cx="7886700" cy="3656787"/>
          </a:xfrm>
          <a:prstGeom prst="rect">
            <a:avLst/>
          </a:prstGeom>
          <a:noFill/>
          <a:ln>
            <a:noFill/>
          </a:ln>
        </p:spPr>
        <p:txBody>
          <a:bodyPr spcFirstLastPara="1" wrap="square" lIns="91425" tIns="91425" rIns="91425" bIns="91425" anchor="t" anchorCtr="0">
            <a:noAutofit/>
          </a:bodyPr>
          <a:lstStyle/>
          <a:p>
            <a:r>
              <a:rPr lang="en-US" sz="1000">
                <a:latin typeface="Times New Roman"/>
                <a:cs typeface="Times New Roman"/>
              </a:rPr>
              <a:t>Lin, M., Zhang, Z., Gao, X., Bian, Y., Wu, R. S., Park, G., Lou, Z., Zhang, Z., Xu, X., Chen, X., Kang, A., </a:t>
            </a:r>
            <a:endParaRPr lang="en-US"/>
          </a:p>
          <a:p>
            <a:r>
              <a:rPr lang="en-US" sz="1000">
                <a:latin typeface="Times New Roman"/>
                <a:cs typeface="Times New Roman"/>
              </a:rPr>
              <a:t>Yang, X., Yue, W., Yin, L., Wang, C., Qi, B., Zhou, S., Hu, H., Huang, H., ... Xu, S. (2023). A fully integrated </a:t>
            </a:r>
            <a:endParaRPr lang="en-US"/>
          </a:p>
          <a:p>
            <a:r>
              <a:rPr lang="en-US" sz="1000">
                <a:latin typeface="Times New Roman"/>
                <a:cs typeface="Times New Roman"/>
              </a:rPr>
              <a:t>wearable ultrasound system to monitor deep tissues in moving subjects. </a:t>
            </a:r>
            <a:r>
              <a:rPr lang="en-US" sz="1000" i="1"/>
              <a:t>Nature Biotechnology</a:t>
            </a:r>
            <a:r>
              <a:rPr lang="en-US" sz="1000">
                <a:latin typeface="Times New Roman"/>
                <a:cs typeface="Times New Roman"/>
              </a:rPr>
              <a:t>. </a:t>
            </a:r>
            <a:endParaRPr lang="en-US"/>
          </a:p>
          <a:p>
            <a:r>
              <a:rPr lang="en-US" sz="1000">
                <a:solidFill>
                  <a:srgbClr val="0000FF"/>
                </a:solidFill>
                <a:latin typeface="Times New Roman"/>
                <a:cs typeface="Times New Roman"/>
                <a:hlinkClick r:id="rId3"/>
              </a:rPr>
              <a:t>https://doi.org/10.1038/s41587-023-01800-0</a:t>
            </a:r>
            <a:endParaRPr lang="en-US"/>
          </a:p>
          <a:p>
            <a:endParaRPr lang="en-US" sz="1000">
              <a:latin typeface="Times New Roman"/>
              <a:cs typeface="Times New Roman"/>
            </a:endParaRPr>
          </a:p>
          <a:p>
            <a:r>
              <a:rPr lang="en-US" sz="1000">
                <a:latin typeface="Times New Roman"/>
                <a:cs typeface="Times New Roman"/>
              </a:rPr>
              <a:t>Pietrangelo, S. J., Lee, H., &amp; Sodini, C. G. (2018). A wearable transcranial Doppler ultrasound phased array </a:t>
            </a:r>
            <a:endParaRPr lang="en-US"/>
          </a:p>
          <a:p>
            <a:r>
              <a:rPr lang="en-US" sz="1000">
                <a:latin typeface="Times New Roman"/>
                <a:cs typeface="Times New Roman"/>
              </a:rPr>
              <a:t>system. </a:t>
            </a:r>
            <a:r>
              <a:rPr lang="en-US" sz="1000" i="1"/>
              <a:t>Acta </a:t>
            </a:r>
            <a:r>
              <a:rPr lang="en-US" sz="1000" i="1" err="1"/>
              <a:t>Neurochirurgica</a:t>
            </a:r>
            <a:r>
              <a:rPr lang="en-US" sz="1000" i="1"/>
              <a:t>. Supplement</a:t>
            </a:r>
            <a:r>
              <a:rPr lang="en-US" sz="1000">
                <a:latin typeface="Times New Roman"/>
                <a:cs typeface="Times New Roman"/>
              </a:rPr>
              <a:t>. </a:t>
            </a:r>
            <a:r>
              <a:rPr lang="en-US" sz="1000">
                <a:solidFill>
                  <a:srgbClr val="0000FF"/>
                </a:solidFill>
                <a:latin typeface="Times New Roman"/>
                <a:cs typeface="Times New Roman"/>
                <a:hlinkClick r:id="rId4"/>
              </a:rPr>
              <a:t>https://doi.org/10.1007/978-3-319-65798-1_24</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Steinberg, S., Huang, A., Ono, Y., &amp; Rajan, S. (2022). Continuous artery monitoring using a flexible and </a:t>
            </a:r>
            <a:endParaRPr lang="en-US"/>
          </a:p>
          <a:p>
            <a:r>
              <a:rPr lang="en-US" sz="1000">
                <a:latin typeface="Times New Roman"/>
                <a:cs typeface="Times New Roman"/>
              </a:rPr>
              <a:t>wearable single-element ultrasonic sensor. </a:t>
            </a:r>
            <a:r>
              <a:rPr lang="en-US" sz="1000" i="1"/>
              <a:t>IEEE Instrumentation &amp; Measurement Magazine</a:t>
            </a:r>
            <a:r>
              <a:rPr lang="en-US" sz="1000">
                <a:latin typeface="Times New Roman"/>
                <a:cs typeface="Times New Roman"/>
              </a:rPr>
              <a:t>. </a:t>
            </a:r>
            <a:endParaRPr lang="en-US"/>
          </a:p>
          <a:p>
            <a:r>
              <a:rPr lang="en-US" sz="1000">
                <a:solidFill>
                  <a:srgbClr val="0000FF"/>
                </a:solidFill>
                <a:latin typeface="Times New Roman"/>
                <a:cs typeface="Times New Roman"/>
                <a:hlinkClick r:id="rId5"/>
              </a:rPr>
              <a:t>https://doi.org/10.1109/MIM.2022.9720952</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err="1">
                <a:latin typeface="Times New Roman"/>
                <a:cs typeface="Times New Roman"/>
              </a:rPr>
              <a:t>Thainthadaphat</a:t>
            </a:r>
            <a:r>
              <a:rPr lang="en-US" sz="1000">
                <a:latin typeface="Times New Roman"/>
                <a:cs typeface="Times New Roman"/>
              </a:rPr>
              <a:t>, P., </a:t>
            </a:r>
            <a:r>
              <a:rPr lang="en-US" sz="1000" err="1">
                <a:latin typeface="Times New Roman"/>
                <a:cs typeface="Times New Roman"/>
              </a:rPr>
              <a:t>Leeprechanon</a:t>
            </a:r>
            <a:r>
              <a:rPr lang="en-US" sz="1000">
                <a:latin typeface="Times New Roman"/>
                <a:cs typeface="Times New Roman"/>
              </a:rPr>
              <a:t>, N., </a:t>
            </a:r>
            <a:r>
              <a:rPr lang="en-US" sz="1000" err="1">
                <a:latin typeface="Times New Roman"/>
                <a:cs typeface="Times New Roman"/>
              </a:rPr>
              <a:t>Chandarasupsang</a:t>
            </a:r>
            <a:r>
              <a:rPr lang="en-US" sz="1000">
                <a:latin typeface="Times New Roman"/>
                <a:cs typeface="Times New Roman"/>
              </a:rPr>
              <a:t>, T., &amp; </a:t>
            </a:r>
            <a:r>
              <a:rPr lang="en-US" sz="1000" err="1">
                <a:latin typeface="Times New Roman"/>
                <a:cs typeface="Times New Roman"/>
              </a:rPr>
              <a:t>Tananchana</a:t>
            </a:r>
            <a:r>
              <a:rPr lang="en-US" sz="1000">
                <a:latin typeface="Times New Roman"/>
                <a:cs typeface="Times New Roman"/>
              </a:rPr>
              <a:t>, A. (2026). Regulatory pathways for </a:t>
            </a:r>
            <a:endParaRPr lang="en-US"/>
          </a:p>
          <a:p>
            <a:r>
              <a:rPr lang="en-US" sz="1000">
                <a:latin typeface="Times New Roman"/>
                <a:cs typeface="Times New Roman"/>
              </a:rPr>
              <a:t>smarter and flexible electricity network in Thailand: Enabling flexibility through DSO development. </a:t>
            </a:r>
            <a:r>
              <a:rPr lang="en-US" sz="1000" i="1"/>
              <a:t>The </a:t>
            </a:r>
            <a:endParaRPr lang="en-US"/>
          </a:p>
          <a:p>
            <a:r>
              <a:rPr lang="en-US" sz="1000" i="1"/>
              <a:t>Electricity Journal</a:t>
            </a:r>
            <a:r>
              <a:rPr lang="en-US" sz="1000">
                <a:latin typeface="Times New Roman"/>
                <a:cs typeface="Times New Roman"/>
              </a:rPr>
              <a:t>. </a:t>
            </a:r>
            <a:r>
              <a:rPr lang="en-US" sz="1000">
                <a:solidFill>
                  <a:srgbClr val="0000FF"/>
                </a:solidFill>
                <a:latin typeface="Times New Roman"/>
                <a:cs typeface="Times New Roman"/>
                <a:hlinkClick r:id="rId6"/>
              </a:rPr>
              <a:t>https://doi.org/10.1016/j.tej.2026.107544</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err="1">
                <a:latin typeface="Times New Roman"/>
                <a:cs typeface="Times New Roman"/>
              </a:rPr>
              <a:t>Vostrikov</a:t>
            </a:r>
            <a:r>
              <a:rPr lang="en-US" sz="1000">
                <a:latin typeface="Times New Roman"/>
                <a:cs typeface="Times New Roman"/>
              </a:rPr>
              <a:t>, S., Ingolfsson, T. M., </a:t>
            </a:r>
            <a:r>
              <a:rPr lang="en-US" sz="1000" err="1">
                <a:latin typeface="Times New Roman"/>
                <a:cs typeface="Times New Roman"/>
              </a:rPr>
              <a:t>Hafthorsdottir</a:t>
            </a:r>
            <a:r>
              <a:rPr lang="en-US" sz="1000">
                <a:latin typeface="Times New Roman"/>
                <a:cs typeface="Times New Roman"/>
              </a:rPr>
              <a:t>, S., Leitner, C., Magno, M., Benini, L., &amp; </a:t>
            </a:r>
            <a:r>
              <a:rPr lang="en-US" sz="1000" err="1">
                <a:latin typeface="Times New Roman"/>
                <a:cs typeface="Times New Roman"/>
              </a:rPr>
              <a:t>Cossettini</a:t>
            </a:r>
            <a:r>
              <a:rPr lang="en-US" sz="1000">
                <a:latin typeface="Times New Roman"/>
                <a:cs typeface="Times New Roman"/>
              </a:rPr>
              <a:t>, A. (2023). </a:t>
            </a:r>
            <a:endParaRPr lang="en-US"/>
          </a:p>
          <a:p>
            <a:r>
              <a:rPr lang="en-US" sz="1000">
                <a:latin typeface="Times New Roman"/>
                <a:cs typeface="Times New Roman"/>
              </a:rPr>
              <a:t>A muscle </a:t>
            </a:r>
            <a:r>
              <a:rPr lang="en-US" sz="1000" err="1">
                <a:latin typeface="Times New Roman"/>
                <a:cs typeface="Times New Roman"/>
              </a:rPr>
              <a:t>pennation</a:t>
            </a:r>
            <a:r>
              <a:rPr lang="en-US" sz="1000">
                <a:latin typeface="Times New Roman"/>
                <a:cs typeface="Times New Roman"/>
              </a:rPr>
              <a:t> angle estimation framework from raw ultrasound data for wearable biomedical </a:t>
            </a:r>
            <a:endParaRPr lang="en-US"/>
          </a:p>
          <a:p>
            <a:r>
              <a:rPr lang="en-US" sz="1000">
                <a:latin typeface="Times New Roman"/>
                <a:cs typeface="Times New Roman"/>
              </a:rPr>
              <a:t>instrumentation. </a:t>
            </a:r>
            <a:r>
              <a:rPr lang="en-US" sz="1000" i="1"/>
              <a:t>IEEE Transactions on Instrumentation and Measurement</a:t>
            </a:r>
            <a:r>
              <a:rPr lang="en-US" sz="1000">
                <a:latin typeface="Times New Roman"/>
                <a:cs typeface="Times New Roman"/>
              </a:rPr>
              <a:t>. </a:t>
            </a:r>
            <a:endParaRPr lang="en-US"/>
          </a:p>
          <a:p>
            <a:r>
              <a:rPr lang="en-US" sz="1000">
                <a:solidFill>
                  <a:srgbClr val="0000FF"/>
                </a:solidFill>
                <a:latin typeface="Times New Roman"/>
                <a:cs typeface="Times New Roman"/>
                <a:hlinkClick r:id="rId7"/>
              </a:rPr>
              <a:t>https://doi.org/10.1109/TIM.2023.3335535</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Wang, F., Jin, P., Feng, Y., Fu, J., Wang, P., Liu, X., Zhang, Y., Ma, Y., Yang, Y., Yang, A., &amp; Feng, X. (2021). </a:t>
            </a:r>
            <a:endParaRPr lang="en-US"/>
          </a:p>
          <a:p>
            <a:r>
              <a:rPr lang="en-US" sz="1000">
                <a:latin typeface="Times New Roman"/>
                <a:cs typeface="Times New Roman"/>
              </a:rPr>
              <a:t>Flexible Doppler ultrasound device for the monitoring of blood flow velocity. </a:t>
            </a:r>
            <a:r>
              <a:rPr lang="en-US" sz="1000" i="1"/>
              <a:t>Science Advances</a:t>
            </a:r>
            <a:r>
              <a:rPr lang="en-US" sz="1000">
                <a:latin typeface="Times New Roman"/>
                <a:cs typeface="Times New Roman"/>
              </a:rPr>
              <a:t>. </a:t>
            </a:r>
            <a:endParaRPr lang="en-US"/>
          </a:p>
          <a:p>
            <a:r>
              <a:rPr lang="en-US" sz="1000">
                <a:solidFill>
                  <a:srgbClr val="0000FF"/>
                </a:solidFill>
                <a:latin typeface="Times New Roman"/>
                <a:cs typeface="Times New Roman"/>
                <a:hlinkClick r:id="rId8"/>
              </a:rPr>
              <a:t>https://doi.org/10.1126/sciadv.abi9283</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endParaRPr lang="en-US" sz="1000">
              <a:latin typeface="Times New Roman"/>
              <a:cs typeface="Times New Roman"/>
            </a:endParaRPr>
          </a:p>
        </p:txBody>
      </p:sp>
      <p:sp>
        <p:nvSpPr>
          <p:cNvPr id="2" name="Slide Number Placeholder 1">
            <a:extLst>
              <a:ext uri="{FF2B5EF4-FFF2-40B4-BE49-F238E27FC236}">
                <a16:creationId xmlns:a16="http://schemas.microsoft.com/office/drawing/2014/main" id="{91C274F3-8DDC-6410-A14C-DBA6D2257B83}"/>
              </a:ext>
            </a:extLst>
          </p:cNvPr>
          <p:cNvSpPr>
            <a:spLocks noGrp="1"/>
          </p:cNvSpPr>
          <p:nvPr>
            <p:ph type="sldNum" idx="12"/>
          </p:nvPr>
        </p:nvSpPr>
        <p:spPr/>
        <p:txBody>
          <a:bodyPr/>
          <a:lstStyle/>
          <a:p>
            <a:fld id="{00000000-1234-1234-1234-123412341234}" type="slidenum">
              <a:rPr lang="en-US" altLang="zh-CN"/>
              <a:t>41</a:t>
            </a:fld>
            <a:endParaRPr lang="en-US"/>
          </a:p>
        </p:txBody>
      </p:sp>
    </p:spTree>
    <p:extLst>
      <p:ext uri="{BB962C8B-B14F-4D97-AF65-F5344CB8AC3E}">
        <p14:creationId xmlns:p14="http://schemas.microsoft.com/office/powerpoint/2010/main" val="2539450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1">
          <a:extLst>
            <a:ext uri="{FF2B5EF4-FFF2-40B4-BE49-F238E27FC236}">
              <a16:creationId xmlns:a16="http://schemas.microsoft.com/office/drawing/2014/main" id="{E72D4B27-A2C3-E7BD-9081-C1583C6F734A}"/>
            </a:ext>
          </a:extLst>
        </p:cNvPr>
        <p:cNvGrpSpPr/>
        <p:nvPr/>
      </p:nvGrpSpPr>
      <p:grpSpPr>
        <a:xfrm>
          <a:off x="0" y="0"/>
          <a:ext cx="0" cy="0"/>
          <a:chOff x="0" y="0"/>
          <a:chExt cx="0" cy="0"/>
        </a:xfrm>
      </p:grpSpPr>
      <p:sp>
        <p:nvSpPr>
          <p:cNvPr id="552" name="Google Shape;552;p93">
            <a:extLst>
              <a:ext uri="{FF2B5EF4-FFF2-40B4-BE49-F238E27FC236}">
                <a16:creationId xmlns:a16="http://schemas.microsoft.com/office/drawing/2014/main" id="{039F5576-CCE9-BF45-08D1-D3420FEB999E}"/>
              </a:ext>
            </a:extLst>
          </p:cNvPr>
          <p:cNvSpPr txBox="1">
            <a:spLocks noGrp="1"/>
          </p:cNvSpPr>
          <p:nvPr>
            <p:ph type="title"/>
          </p:nvPr>
        </p:nvSpPr>
        <p:spPr>
          <a:xfrm>
            <a:off x="628650" y="273844"/>
            <a:ext cx="7886700" cy="994200"/>
          </a:xfrm>
          <a:prstGeom prst="rect">
            <a:avLst/>
          </a:prstGeom>
        </p:spPr>
        <p:txBody>
          <a:bodyPr spcFirstLastPara="1" wrap="square" lIns="0" tIns="0" rIns="0" bIns="0" anchor="t" anchorCtr="0">
            <a:noAutofit/>
          </a:bodyPr>
          <a:lstStyle/>
          <a:p>
            <a:r>
              <a:rPr lang="en-US"/>
              <a:t>References</a:t>
            </a:r>
          </a:p>
        </p:txBody>
      </p:sp>
      <p:sp>
        <p:nvSpPr>
          <p:cNvPr id="553" name="Google Shape;553;p93">
            <a:extLst>
              <a:ext uri="{FF2B5EF4-FFF2-40B4-BE49-F238E27FC236}">
                <a16:creationId xmlns:a16="http://schemas.microsoft.com/office/drawing/2014/main" id="{0ABAE7F3-9775-973F-8B5E-EFF8850E8D99}"/>
              </a:ext>
            </a:extLst>
          </p:cNvPr>
          <p:cNvSpPr txBox="1">
            <a:spLocks noGrp="1"/>
          </p:cNvSpPr>
          <p:nvPr>
            <p:ph type="body" idx="1"/>
          </p:nvPr>
        </p:nvSpPr>
        <p:spPr>
          <a:xfrm>
            <a:off x="646600" y="1416900"/>
            <a:ext cx="7868700" cy="1404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zh-CN"/>
              <a:t> </a:t>
            </a:r>
            <a:endParaRPr lang="en-US"/>
          </a:p>
        </p:txBody>
      </p:sp>
      <p:sp>
        <p:nvSpPr>
          <p:cNvPr id="554" name="Google Shape;554;p93">
            <a:extLst>
              <a:ext uri="{FF2B5EF4-FFF2-40B4-BE49-F238E27FC236}">
                <a16:creationId xmlns:a16="http://schemas.microsoft.com/office/drawing/2014/main" id="{F06F02D5-1A32-CB2F-8E8E-12974DCFA188}"/>
              </a:ext>
            </a:extLst>
          </p:cNvPr>
          <p:cNvSpPr txBox="1"/>
          <p:nvPr/>
        </p:nvSpPr>
        <p:spPr>
          <a:xfrm>
            <a:off x="638663" y="745712"/>
            <a:ext cx="7886700" cy="3656787"/>
          </a:xfrm>
          <a:prstGeom prst="rect">
            <a:avLst/>
          </a:prstGeom>
          <a:noFill/>
          <a:ln>
            <a:noFill/>
          </a:ln>
        </p:spPr>
        <p:txBody>
          <a:bodyPr spcFirstLastPara="1" wrap="square" lIns="91425" tIns="91425" rIns="91425" bIns="91425" anchor="t" anchorCtr="0">
            <a:noAutofit/>
          </a:bodyPr>
          <a:lstStyle/>
          <a:p>
            <a:r>
              <a:rPr lang="en-US" sz="1000">
                <a:latin typeface="Times New Roman"/>
                <a:cs typeface="Times New Roman"/>
              </a:rPr>
              <a:t>Yang, X., Yan, J., Fang, Y., Zhou, D., &amp; Liu, H. (2020). Simultaneous prediction of wrist/hand motion via </a:t>
            </a:r>
            <a:endParaRPr lang="en-US"/>
          </a:p>
          <a:p>
            <a:r>
              <a:rPr lang="en-US" sz="1000">
                <a:latin typeface="Times New Roman"/>
                <a:cs typeface="Times New Roman"/>
              </a:rPr>
              <a:t>wearable ultrasound sensing. </a:t>
            </a:r>
            <a:r>
              <a:rPr lang="en-US" sz="1000" i="1"/>
              <a:t>IEEE Transactions on Neural Systems and Rehabilitation Engineering</a:t>
            </a:r>
            <a:r>
              <a:rPr lang="en-US" sz="1000">
                <a:latin typeface="Times New Roman"/>
                <a:cs typeface="Times New Roman"/>
              </a:rPr>
              <a:t>. </a:t>
            </a:r>
            <a:endParaRPr lang="en-US"/>
          </a:p>
          <a:p>
            <a:r>
              <a:rPr lang="en-US" sz="1000">
                <a:solidFill>
                  <a:srgbClr val="0000FF"/>
                </a:solidFill>
                <a:latin typeface="Times New Roman"/>
                <a:cs typeface="Times New Roman"/>
                <a:hlinkClick r:id="rId3"/>
              </a:rPr>
              <a:t>https://doi.org/10.1109/TNSRE.2020.2977908</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a:latin typeface="Times New Roman"/>
                <a:cs typeface="Times New Roman"/>
              </a:rPr>
              <a:t>Yin, Z., Chen, H., Yang, X., Liu, Y., Zhang, N., Meng, J., &amp; Liu, H. (2022). A wearable ultrasound interface for </a:t>
            </a:r>
            <a:endParaRPr lang="en-US"/>
          </a:p>
          <a:p>
            <a:r>
              <a:rPr lang="en-US" sz="1000">
                <a:latin typeface="Times New Roman"/>
                <a:cs typeface="Times New Roman"/>
              </a:rPr>
              <a:t>prosthetic hand control. </a:t>
            </a:r>
            <a:r>
              <a:rPr lang="en-US" sz="1000" i="1"/>
              <a:t>IEEE Journal of Biomedical and Health Informatics</a:t>
            </a:r>
            <a:r>
              <a:rPr lang="en-US" sz="1000">
                <a:latin typeface="Times New Roman"/>
                <a:cs typeface="Times New Roman"/>
              </a:rPr>
              <a:t>. </a:t>
            </a:r>
            <a:endParaRPr lang="en-US"/>
          </a:p>
          <a:p>
            <a:r>
              <a:rPr lang="en-US" sz="1000">
                <a:solidFill>
                  <a:srgbClr val="0000FF"/>
                </a:solidFill>
                <a:latin typeface="Times New Roman"/>
                <a:cs typeface="Times New Roman"/>
                <a:hlinkClick r:id="rId4"/>
              </a:rPr>
              <a:t>https://doi.org/10.1109/JBHI.2022.3203084</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err="1">
                <a:latin typeface="Times New Roman"/>
                <a:cs typeface="Times New Roman"/>
              </a:rPr>
              <a:t>Acconeer</a:t>
            </a:r>
            <a:r>
              <a:rPr lang="en-US" sz="1000">
                <a:latin typeface="Times New Roman"/>
                <a:cs typeface="Times New Roman"/>
              </a:rPr>
              <a:t>. (2024, December 3). </a:t>
            </a:r>
            <a:r>
              <a:rPr lang="en-US" sz="1000" i="1"/>
              <a:t>Product brief CH125 40 conical horn antenna</a:t>
            </a:r>
            <a:r>
              <a:rPr lang="en-US" sz="1000">
                <a:latin typeface="Times New Roman"/>
                <a:cs typeface="Times New Roman"/>
              </a:rPr>
              <a:t>. </a:t>
            </a:r>
            <a:r>
              <a:rPr lang="en-US" sz="1000" err="1">
                <a:latin typeface="Times New Roman"/>
                <a:cs typeface="Times New Roman"/>
              </a:rPr>
              <a:t>Acconeer</a:t>
            </a:r>
            <a:r>
              <a:rPr lang="en-US" sz="1000">
                <a:latin typeface="Times New Roman"/>
                <a:cs typeface="Times New Roman"/>
              </a:rPr>
              <a:t> Developer. </a:t>
            </a:r>
            <a:endParaRPr lang="en-US"/>
          </a:p>
          <a:p>
            <a:r>
              <a:rPr lang="en-US" sz="1000">
                <a:solidFill>
                  <a:srgbClr val="0000FF"/>
                </a:solidFill>
                <a:latin typeface="Times New Roman"/>
                <a:cs typeface="Times New Roman"/>
                <a:hlinkClick r:id="rId5"/>
              </a:rPr>
              <a:t>https://developer.acconeer.com/download/product-brief-ch125-40-conical-horn-antenna/?tmstv=1780049598</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err="1">
                <a:latin typeface="Times New Roman"/>
                <a:cs typeface="Times New Roman"/>
              </a:rPr>
              <a:t>Acconeer</a:t>
            </a:r>
            <a:r>
              <a:rPr lang="en-US" sz="1000">
                <a:latin typeface="Times New Roman"/>
                <a:cs typeface="Times New Roman"/>
              </a:rPr>
              <a:t>. (2024, February 17). </a:t>
            </a:r>
            <a:r>
              <a:rPr lang="en-US" sz="1000" i="1"/>
              <a:t>Getting started guide A121 lenses: LH112/120/132/122 </a:t>
            </a:r>
            <a:r>
              <a:rPr lang="en-US" sz="1000">
                <a:latin typeface="Times New Roman"/>
                <a:cs typeface="Times New Roman"/>
              </a:rPr>
              <a:t>. </a:t>
            </a:r>
            <a:r>
              <a:rPr lang="en-US" sz="1000" err="1">
                <a:latin typeface="Times New Roman"/>
                <a:cs typeface="Times New Roman"/>
              </a:rPr>
              <a:t>Acconeer</a:t>
            </a:r>
            <a:r>
              <a:rPr lang="en-US" sz="1000">
                <a:latin typeface="Times New Roman"/>
                <a:cs typeface="Times New Roman"/>
              </a:rPr>
              <a:t> Developer. </a:t>
            </a:r>
            <a:endParaRPr lang="en-US"/>
          </a:p>
          <a:p>
            <a:r>
              <a:rPr lang="en-US" sz="1000">
                <a:solidFill>
                  <a:srgbClr val="0000FF"/>
                </a:solidFill>
                <a:latin typeface="Times New Roman"/>
                <a:cs typeface="Times New Roman"/>
                <a:hlinkClick r:id="rId6"/>
              </a:rPr>
              <a:t>https://developer.acconeer.com/download/getting-started-guide-a121-lenses/?tmstv=1780049598</a:t>
            </a:r>
            <a:r>
              <a:rPr lang="en-US" sz="1000">
                <a:solidFill>
                  <a:srgbClr val="0000FF"/>
                </a:solidFill>
                <a:latin typeface="Times New Roman"/>
                <a:cs typeface="Times New Roman"/>
              </a:rPr>
              <a:t> </a:t>
            </a:r>
            <a:endParaRPr lang="en-US"/>
          </a:p>
          <a:p>
            <a:endParaRPr lang="en-US" sz="1000">
              <a:solidFill>
                <a:srgbClr val="0000FF"/>
              </a:solidFill>
              <a:latin typeface="Times New Roman"/>
              <a:cs typeface="Times New Roman"/>
            </a:endParaRPr>
          </a:p>
          <a:p>
            <a:r>
              <a:rPr lang="en-US" sz="1000" err="1">
                <a:latin typeface="Times New Roman"/>
                <a:cs typeface="Times New Roman"/>
              </a:rPr>
              <a:t>Acconeer</a:t>
            </a:r>
            <a:r>
              <a:rPr lang="en-US" sz="1000">
                <a:latin typeface="Times New Roman"/>
                <a:cs typeface="Times New Roman"/>
              </a:rPr>
              <a:t>. (2024, February 17). </a:t>
            </a:r>
            <a:r>
              <a:rPr lang="en-US" sz="1000" i="1"/>
              <a:t>LH112 LH120 LH132 LH122 3D STEP</a:t>
            </a:r>
            <a:r>
              <a:rPr lang="en-US" sz="1000">
                <a:latin typeface="Times New Roman"/>
                <a:cs typeface="Times New Roman"/>
              </a:rPr>
              <a:t>. </a:t>
            </a:r>
            <a:r>
              <a:rPr lang="en-US" sz="1000" err="1">
                <a:latin typeface="Times New Roman"/>
                <a:cs typeface="Times New Roman"/>
              </a:rPr>
              <a:t>Acconeer</a:t>
            </a:r>
            <a:r>
              <a:rPr lang="en-US" sz="1000">
                <a:latin typeface="Times New Roman"/>
                <a:cs typeface="Times New Roman"/>
              </a:rPr>
              <a:t> Developer. </a:t>
            </a:r>
            <a:endParaRPr lang="en-US"/>
          </a:p>
          <a:p>
            <a:r>
              <a:rPr lang="en-US" sz="1000">
                <a:solidFill>
                  <a:srgbClr val="0000FF"/>
                </a:solidFill>
                <a:latin typeface="Times New Roman"/>
                <a:cs typeface="Times New Roman"/>
                <a:hlinkClick r:id="rId7"/>
              </a:rPr>
              <a:t>https://developer.acconeer.com/download/lh112_lh120_lh132_lh122-3d-step/?tmstv=1780049598</a:t>
            </a:r>
            <a:endParaRPr lang="en-US"/>
          </a:p>
          <a:p>
            <a:endParaRPr lang="en-US" sz="1000">
              <a:latin typeface="Times New Roman"/>
              <a:cs typeface="Times New Roman"/>
            </a:endParaRPr>
          </a:p>
        </p:txBody>
      </p:sp>
      <p:sp>
        <p:nvSpPr>
          <p:cNvPr id="2" name="Slide Number Placeholder 1">
            <a:extLst>
              <a:ext uri="{FF2B5EF4-FFF2-40B4-BE49-F238E27FC236}">
                <a16:creationId xmlns:a16="http://schemas.microsoft.com/office/drawing/2014/main" id="{58AC00C2-1CC6-8D76-894E-55DE2C063B03}"/>
              </a:ext>
            </a:extLst>
          </p:cNvPr>
          <p:cNvSpPr>
            <a:spLocks noGrp="1"/>
          </p:cNvSpPr>
          <p:nvPr>
            <p:ph type="sldNum" idx="12"/>
          </p:nvPr>
        </p:nvSpPr>
        <p:spPr/>
        <p:txBody>
          <a:bodyPr/>
          <a:lstStyle/>
          <a:p>
            <a:fld id="{00000000-1234-1234-1234-123412341234}" type="slidenum">
              <a:rPr lang="en-US" altLang="zh-CN"/>
              <a:t>42</a:t>
            </a:fld>
            <a:endParaRPr lang="en-US"/>
          </a:p>
        </p:txBody>
      </p:sp>
    </p:spTree>
    <p:extLst>
      <p:ext uri="{BB962C8B-B14F-4D97-AF65-F5344CB8AC3E}">
        <p14:creationId xmlns:p14="http://schemas.microsoft.com/office/powerpoint/2010/main" val="2637414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94"/>
          <p:cNvSpPr txBox="1">
            <a:spLocks noGrp="1"/>
          </p:cNvSpPr>
          <p:nvPr>
            <p:ph type="title"/>
          </p:nvPr>
        </p:nvSpPr>
        <p:spPr>
          <a:xfrm>
            <a:off x="1233275" y="1549499"/>
            <a:ext cx="6750900" cy="2044500"/>
          </a:xfrm>
          <a:prstGeom prst="rect">
            <a:avLst/>
          </a:prstGeom>
        </p:spPr>
        <p:txBody>
          <a:bodyPr spcFirstLastPara="1" wrap="square" lIns="0" tIns="0" rIns="0" bIns="0" anchor="ctr" anchorCtr="0">
            <a:noAutofit/>
          </a:bodyPr>
          <a:lstStyle/>
          <a:p>
            <a:pPr marL="0" lvl="0" indent="0" algn="ctr" rtl="0">
              <a:lnSpc>
                <a:spcPct val="133333"/>
              </a:lnSpc>
              <a:spcBef>
                <a:spcPts val="0"/>
              </a:spcBef>
              <a:spcAft>
                <a:spcPts val="500"/>
              </a:spcAft>
              <a:buNone/>
            </a:pPr>
            <a:r>
              <a:rPr lang="zh-CN" sz="2700"/>
              <a:t>Thank you for listening</a:t>
            </a:r>
            <a:endParaRPr sz="2700"/>
          </a:p>
        </p:txBody>
      </p:sp>
    </p:spTree>
  </p:cSld>
  <p:clrMapOvr>
    <a:masterClrMapping/>
  </p:clrMapOvr>
</p:sld>
</file>

<file path=ppt/theme/theme1.xml><?xml version="1.0" encoding="utf-8"?>
<a:theme xmlns:a="http://schemas.openxmlformats.org/drawingml/2006/main" name="University of Melbourne">
  <a:themeElements>
    <a:clrScheme name="UOM Option2 Colours">
      <a:dk1>
        <a:srgbClr val="000000"/>
      </a:dk1>
      <a:lt1>
        <a:srgbClr val="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550</TotalTime>
  <Words>4518</Words>
  <Application>Microsoft Macintosh PowerPoint</Application>
  <PresentationFormat>On-screen Show (16:9)</PresentationFormat>
  <Paragraphs>503</Paragraphs>
  <Slides>43</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Cambria Math</vt:lpstr>
      <vt:lpstr>Consolas</vt:lpstr>
      <vt:lpstr>Courier New</vt:lpstr>
      <vt:lpstr>Menlo</vt:lpstr>
      <vt:lpstr>Times New Roman</vt:lpstr>
      <vt:lpstr>University of Melbourne</vt:lpstr>
      <vt:lpstr>MILLIMETER WAVE SENSING FOR ANYTHING DETECTION</vt:lpstr>
      <vt:lpstr>Content</vt:lpstr>
      <vt:lpstr>Part 1 Introduction </vt:lpstr>
      <vt:lpstr>Introduction </vt:lpstr>
      <vt:lpstr>Introduction </vt:lpstr>
      <vt:lpstr>Part 2 Overview </vt:lpstr>
      <vt:lpstr>Overview  </vt:lpstr>
      <vt:lpstr>Part 3 Hardware and Firmware Design</vt:lpstr>
      <vt:lpstr>Hardware Design Process</vt:lpstr>
      <vt:lpstr>Hardware Design Flow</vt:lpstr>
      <vt:lpstr>Hardware Architecture </vt:lpstr>
      <vt:lpstr>Hardware Design Flow</vt:lpstr>
      <vt:lpstr>Firmware Design Process</vt:lpstr>
      <vt:lpstr>BLE Configuration</vt:lpstr>
      <vt:lpstr>Firmware Architecture</vt:lpstr>
      <vt:lpstr>System Integration </vt:lpstr>
      <vt:lpstr>Part 4 Algorithm</vt:lpstr>
      <vt:lpstr>Code Scope and Module Structure</vt:lpstr>
      <vt:lpstr>Main Loop and Real-time Execution</vt:lpstr>
      <vt:lpstr>Radar SDK Wrapper</vt:lpstr>
      <vt:lpstr>Target Tracking Filter</vt:lpstr>
      <vt:lpstr>Vital Signs Processing Pipeline</vt:lpstr>
      <vt:lpstr>Vital Signs Processing Pipeline</vt:lpstr>
      <vt:lpstr>FFT and Output Stabilisation</vt:lpstr>
      <vt:lpstr>Fall Detection Design </vt:lpstr>
      <vt:lpstr>Code Contribution Summary</vt:lpstr>
      <vt:lpstr>Part 5 Mechanical Design</vt:lpstr>
      <vt:lpstr>Beyond Protection</vt:lpstr>
      <vt:lpstr>Fresnel Zone Plate (FZP)</vt:lpstr>
      <vt:lpstr>Theoretical Design</vt:lpstr>
      <vt:lpstr>From Theory to Experiment</vt:lpstr>
      <vt:lpstr>Mechanical Integration &amp; Assembly</vt:lpstr>
      <vt:lpstr>Material Trade-off: PA12 vs PLA</vt:lpstr>
      <vt:lpstr>Lens Impact</vt:lpstr>
      <vt:lpstr>Part 6 Results &amp; Conclusion</vt:lpstr>
      <vt:lpstr>Conclusion</vt:lpstr>
      <vt:lpstr>Conclusion</vt:lpstr>
      <vt:lpstr>Future Directions</vt:lpstr>
      <vt:lpstr>References</vt:lpstr>
      <vt:lpstr>References</vt:lpstr>
      <vt:lpstr>References</vt:lpstr>
      <vt:lpstr>References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 Yuheng</cp:lastModifiedBy>
  <cp:revision>292</cp:revision>
  <dcterms:modified xsi:type="dcterms:W3CDTF">2026-06-16T03:00:58Z</dcterms:modified>
</cp:coreProperties>
</file>